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75E"/>
    <a:srgbClr val="353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4429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56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9198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86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66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621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042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351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856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889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686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3646227-2445-453E-B510-42801F92B7A6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A7CDA69-B71F-493A-90A9-ECE4B5BC0F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314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7DEFF-2DBA-4800-A250-BF671F1F89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Методология проектирования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8CE6DCC-0DB8-42B5-B57F-676AF7D1D5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Вербицкий Сергей Сергеевич</a:t>
            </a:r>
          </a:p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03-1ИСП24</a:t>
            </a:r>
          </a:p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ГБПОУ «Технологический колледж № 34»</a:t>
            </a:r>
          </a:p>
          <a:p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6F5F4-8017-4CA6-B23D-3F73E5921063}"/>
              </a:ext>
            </a:extLst>
          </p:cNvPr>
          <p:cNvSpPr txBox="1"/>
          <p:nvPr/>
        </p:nvSpPr>
        <p:spPr>
          <a:xfrm>
            <a:off x="1261871" y="6400800"/>
            <a:ext cx="10213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МДК.06.01 Внедрение, инженерно-техническая поддержка и функционирование информационных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599628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9505BC-F1FF-456E-AA94-B28BDE434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846" y="365760"/>
            <a:ext cx="9692640" cy="626278"/>
          </a:xfrm>
        </p:spPr>
        <p:txBody>
          <a:bodyPr>
            <a:normAutofit/>
          </a:bodyPr>
          <a:lstStyle/>
          <a:p>
            <a:r>
              <a:rPr lang="ru-RU" sz="3200" dirty="0">
                <a:latin typeface="Segoe UI" panose="020B0502040204020203" pitchFamily="34" charset="0"/>
                <a:cs typeface="Segoe UI" panose="020B0502040204020203" pitchFamily="34" charset="0"/>
              </a:rPr>
              <a:t>Цель методологии и задачи презентации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03B30-1EA7-4571-952D-0842CC8E2465}"/>
              </a:ext>
            </a:extLst>
          </p:cNvPr>
          <p:cNvSpPr txBox="1"/>
          <p:nvPr/>
        </p:nvSpPr>
        <p:spPr>
          <a:xfrm>
            <a:off x="338846" y="992038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1737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Цель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83F1E1-B003-4038-8347-5F71C2572B11}"/>
              </a:ext>
            </a:extLst>
          </p:cNvPr>
          <p:cNvSpPr txBox="1"/>
          <p:nvPr/>
        </p:nvSpPr>
        <p:spPr>
          <a:xfrm>
            <a:off x="338846" y="1453703"/>
            <a:ext cx="7614709" cy="2343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Сформировать системное инженерное мышление и освоить практический инструментарий, который позволяет выбирать, адаптировать и применять наиболее эффективные подходы для управления жизненным циклом проекта в условиях жестких ограничений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1752B4-D47E-49DB-B9B0-A5EC9F1A4BA5}"/>
              </a:ext>
            </a:extLst>
          </p:cNvPr>
          <p:cNvSpPr txBox="1"/>
          <p:nvPr/>
        </p:nvSpPr>
        <p:spPr>
          <a:xfrm>
            <a:off x="338846" y="3824331"/>
            <a:ext cx="1251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17375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3FEC09-308B-472B-B2A1-1FAB290F0498}"/>
              </a:ext>
            </a:extLst>
          </p:cNvPr>
          <p:cNvSpPr txBox="1"/>
          <p:nvPr/>
        </p:nvSpPr>
        <p:spPr>
          <a:xfrm>
            <a:off x="338847" y="4290332"/>
            <a:ext cx="7614709" cy="18816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Дать чёткое определение методологии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 err="1">
                <a:latin typeface="Segoe UI" panose="020B0502040204020203" pitchFamily="34" charset="0"/>
                <a:cs typeface="Segoe UI" panose="020B0502040204020203" pitchFamily="34" charset="0"/>
              </a:rPr>
              <a:t>Картко</a:t>
            </a: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 описать её историю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Определить тип методологии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latin typeface="Segoe UI" panose="020B0502040204020203" pitchFamily="34" charset="0"/>
                <a:cs typeface="Segoe UI" panose="020B0502040204020203" pitchFamily="34" charset="0"/>
              </a:rPr>
              <a:t>Как выглядит процесс разработки</a:t>
            </a:r>
          </a:p>
        </p:txBody>
      </p:sp>
    </p:spTree>
    <p:extLst>
      <p:ext uri="{BB962C8B-B14F-4D97-AF65-F5344CB8AC3E}">
        <p14:creationId xmlns:p14="http://schemas.microsoft.com/office/powerpoint/2010/main" val="1098515356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Вид</Template>
  <TotalTime>26</TotalTime>
  <Words>75</Words>
  <Application>Microsoft Office PowerPoint</Application>
  <PresentationFormat>Широкоэкранный</PresentationFormat>
  <Paragraphs>14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Century Schoolbook</vt:lpstr>
      <vt:lpstr>Segoe UI</vt:lpstr>
      <vt:lpstr>Wingdings 2</vt:lpstr>
      <vt:lpstr>Вид</vt:lpstr>
      <vt:lpstr>Методология проектирования</vt:lpstr>
      <vt:lpstr>Цель методологии и задачи презентации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Методология проектирования</dc:title>
  <dc:creator>STUDENT</dc:creator>
  <cp:lastModifiedBy>STUDENT</cp:lastModifiedBy>
  <cp:revision>1</cp:revision>
  <dcterms:created xsi:type="dcterms:W3CDTF">2026-09-02T11:02:16Z</dcterms:created>
  <dcterms:modified xsi:type="dcterms:W3CDTF">2026-09-02T11:28:30Z</dcterms:modified>
</cp:coreProperties>
</file>