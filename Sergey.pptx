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429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63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91983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6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6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62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042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35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564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88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8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14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7DEFF-2DBA-4800-A250-BF671F1F8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Методология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CE6DCC-0DB8-42B5-B57F-676AF7D1D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Вербицкий Сергей Сергеевич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03-1ИСП24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ГБПОУ «Технологический колледж № 34»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6F5F4-8017-4CA6-B23D-3F73E5921063}"/>
              </a:ext>
            </a:extLst>
          </p:cNvPr>
          <p:cNvSpPr txBox="1"/>
          <p:nvPr/>
        </p:nvSpPr>
        <p:spPr>
          <a:xfrm>
            <a:off x="1261871" y="6400800"/>
            <a:ext cx="10213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МДК.06.01 Внедрение, инженерно-техническая поддержка и функционирование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9962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9505BC-F1FF-456E-AA94-B28BDE43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6" y="365760"/>
            <a:ext cx="9692640" cy="626278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Segoe UI" panose="020B0502040204020203" pitchFamily="34" charset="0"/>
                <a:cs typeface="Segoe UI" panose="020B0502040204020203" pitchFamily="34" charset="0"/>
              </a:rPr>
              <a:t>Цель методологии и задачи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03B30-1EA7-4571-952D-0842CC8E2465}"/>
              </a:ext>
            </a:extLst>
          </p:cNvPr>
          <p:cNvSpPr txBox="1"/>
          <p:nvPr/>
        </p:nvSpPr>
        <p:spPr>
          <a:xfrm>
            <a:off x="338846" y="992038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3F1E1-B003-4038-8347-5F71C2572B11}"/>
              </a:ext>
            </a:extLst>
          </p:cNvPr>
          <p:cNvSpPr txBox="1"/>
          <p:nvPr/>
        </p:nvSpPr>
        <p:spPr>
          <a:xfrm>
            <a:off x="338846" y="1453703"/>
            <a:ext cx="761470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Сформировать системное инженерное мышление и освоить практический инструментарий, который позволяет выбирать, адаптировать и применять наиболее эффективные подходы для управления жизненным циклом проекта в условиях жестких ограничений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752B4-D47E-49DB-B9B0-A5EC9F1A4BA5}"/>
              </a:ext>
            </a:extLst>
          </p:cNvPr>
          <p:cNvSpPr txBox="1"/>
          <p:nvPr/>
        </p:nvSpPr>
        <p:spPr>
          <a:xfrm>
            <a:off x="338846" y="3824331"/>
            <a:ext cx="1251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FEC09-308B-472B-B2A1-1FAB290F0498}"/>
              </a:ext>
            </a:extLst>
          </p:cNvPr>
          <p:cNvSpPr txBox="1"/>
          <p:nvPr/>
        </p:nvSpPr>
        <p:spPr>
          <a:xfrm>
            <a:off x="338847" y="4290332"/>
            <a:ext cx="7614709" cy="188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Дать чёткое определение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Картко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описать её историю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Определить тип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Как выглядит процесс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09851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B570E-B170-B690-D6C7-70F90ABC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4629071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26</TotalTime>
  <Words>75</Words>
  <Application>Microsoft Office PowerPoint</Application>
  <PresentationFormat>Широкоэкранный</PresentationFormat>
  <Paragraphs>14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Century Schoolbook</vt:lpstr>
      <vt:lpstr>Segoe UI</vt:lpstr>
      <vt:lpstr>Wingdings 2</vt:lpstr>
      <vt:lpstr>Вид</vt:lpstr>
      <vt:lpstr>Методология проектирования</vt:lpstr>
      <vt:lpstr>Цель методологии и задачи презентации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проектирования</dc:title>
  <dc:creator>STUDENT</dc:creator>
  <cp:lastModifiedBy>Сергей Вербицкий</cp:lastModifiedBy>
  <cp:revision>2</cp:revision>
  <dcterms:created xsi:type="dcterms:W3CDTF">2026-09-02T11:02:16Z</dcterms:created>
  <dcterms:modified xsi:type="dcterms:W3CDTF">2026-09-12T06:41:33Z</dcterms:modified>
</cp:coreProperties>
</file>