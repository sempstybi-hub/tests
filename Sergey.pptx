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375E"/>
    <a:srgbClr val="3535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4544296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8563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91983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1860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666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2621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8042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8351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8564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1889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7686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314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D7DEFF-2DBA-4800-A250-BF671F1F89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Методология проектирования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8CE6DCC-0DB8-42B5-B57F-676AF7D1D5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Вербицкий Сергей Сергеевич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03-1ИСП24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ГБПОУ «Технологический колледж № 34»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E6F5F4-8017-4CA6-B23D-3F73E5921063}"/>
              </a:ext>
            </a:extLst>
          </p:cNvPr>
          <p:cNvSpPr txBox="1"/>
          <p:nvPr/>
        </p:nvSpPr>
        <p:spPr>
          <a:xfrm>
            <a:off x="1261871" y="6400800"/>
            <a:ext cx="10213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МДК.06.01 Внедрение, инженерно-техническая поддержка и функционирование информационных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1599628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9505BC-F1FF-456E-AA94-B28BDE434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6" y="365760"/>
            <a:ext cx="9692640" cy="626278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Segoe UI" panose="020B0502040204020203" pitchFamily="34" charset="0"/>
                <a:cs typeface="Segoe UI" panose="020B0502040204020203" pitchFamily="34" charset="0"/>
              </a:rPr>
              <a:t>Цель методологии и задачи презентации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403B30-1EA7-4571-952D-0842CC8E2465}"/>
              </a:ext>
            </a:extLst>
          </p:cNvPr>
          <p:cNvSpPr txBox="1"/>
          <p:nvPr/>
        </p:nvSpPr>
        <p:spPr>
          <a:xfrm>
            <a:off x="338846" y="992038"/>
            <a:ext cx="9621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rgbClr val="1737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Цель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83F1E1-B003-4038-8347-5F71C2572B11}"/>
              </a:ext>
            </a:extLst>
          </p:cNvPr>
          <p:cNvSpPr txBox="1"/>
          <p:nvPr/>
        </p:nvSpPr>
        <p:spPr>
          <a:xfrm>
            <a:off x="338846" y="1453703"/>
            <a:ext cx="7614709" cy="2343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Сформировать системное инженерное мышление и освоить практический инструментарий, который позволяет выбирать, адаптировать и применять наиболее эффективные подходы для управления жизненным циклом проекта в условиях жестких ограничений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1752B4-D47E-49DB-B9B0-A5EC9F1A4BA5}"/>
              </a:ext>
            </a:extLst>
          </p:cNvPr>
          <p:cNvSpPr txBox="1"/>
          <p:nvPr/>
        </p:nvSpPr>
        <p:spPr>
          <a:xfrm>
            <a:off x="338846" y="3824331"/>
            <a:ext cx="1251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rgbClr val="1737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3FEC09-308B-472B-B2A1-1FAB290F0498}"/>
              </a:ext>
            </a:extLst>
          </p:cNvPr>
          <p:cNvSpPr txBox="1"/>
          <p:nvPr/>
        </p:nvSpPr>
        <p:spPr>
          <a:xfrm>
            <a:off x="338847" y="4290332"/>
            <a:ext cx="7614709" cy="18816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Дать чёткое определение методологии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Картко</a:t>
            </a: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 описать её историю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Определить тип методологии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Как выглядит процесс разработки</a:t>
            </a:r>
          </a:p>
        </p:txBody>
      </p:sp>
    </p:spTree>
    <p:extLst>
      <p:ext uri="{BB962C8B-B14F-4D97-AF65-F5344CB8AC3E}">
        <p14:creationId xmlns:p14="http://schemas.microsoft.com/office/powerpoint/2010/main" val="1098515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BB570E-B170-B690-D6C7-70F90ABC4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Привет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4629071"/>
      </p:ext>
    </p:extLst>
  </p:cSld>
  <p:clrMapOvr>
    <a:masterClrMapping/>
  </p:clrMapOvr>
</p:sld>
</file>

<file path=ppt/theme/theme1.xml><?xml version="1.0" encoding="utf-8"?>
<a:theme xmlns:a="http://schemas.openxmlformats.org/drawingml/2006/main" name="Вид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Вид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Вид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Вид</Template>
  <TotalTime>26</TotalTime>
  <Words>76</Words>
  <Application>Microsoft Office PowerPoint</Application>
  <PresentationFormat>Широкоэкранный</PresentationFormat>
  <Paragraphs>15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Arial</vt:lpstr>
      <vt:lpstr>Century Schoolbook</vt:lpstr>
      <vt:lpstr>Segoe UI</vt:lpstr>
      <vt:lpstr>Wingdings 2</vt:lpstr>
      <vt:lpstr>Вид</vt:lpstr>
      <vt:lpstr>Методология проектирования</vt:lpstr>
      <vt:lpstr>Цель методологии и задачи презентации</vt:lpstr>
      <vt:lpstr>Привет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Методология проектирования</dc:title>
  <dc:creator>STUDENT</dc:creator>
  <cp:lastModifiedBy>Сергей Вербицкий</cp:lastModifiedBy>
  <cp:revision>4</cp:revision>
  <dcterms:created xsi:type="dcterms:W3CDTF">2026-09-02T11:02:16Z</dcterms:created>
  <dcterms:modified xsi:type="dcterms:W3CDTF">2026-09-12T07:36:05Z</dcterms:modified>
</cp:coreProperties>
</file>