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95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302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174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1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54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20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01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015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564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768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24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85F9B-CF20-4C95-9B2F-ECE0BA3509D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9479C-F3B5-41B5-AC67-A02031F9A3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852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mtClean="0"/>
              <a:t>вптапропр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6118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вптапропр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вптапропр</dc:title>
  <dc:creator>STUDENT</dc:creator>
  <cp:lastModifiedBy>STUDENT</cp:lastModifiedBy>
  <cp:revision>1</cp:revision>
  <dcterms:created xsi:type="dcterms:W3CDTF">2026-09-21T06:46:21Z</dcterms:created>
  <dcterms:modified xsi:type="dcterms:W3CDTF">2026-09-21T06:46:25Z</dcterms:modified>
</cp:coreProperties>
</file>