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2957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1302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1174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4818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8544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0201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1012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1015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5564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5768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249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085F9B-CF20-4C95-9B2F-ECE0BA3509D4}" type="datetimeFigureOut">
              <a:rPr lang="ru-RU" smtClean="0"/>
              <a:t>21.09.2026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A9479C-F3B5-41B5-AC67-A02031F9A3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852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mtClean="0"/>
              <a:t>вптапывпвыапвыаропр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61180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Широкоэкранный</PresentationFormat>
  <Paragraphs>1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вптапывпвыапвыаропр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вптапропр</dc:title>
  <dc:creator>STUDENT</dc:creator>
  <cp:lastModifiedBy>STUDENT</cp:lastModifiedBy>
  <cp:revision>2</cp:revision>
  <dcterms:created xsi:type="dcterms:W3CDTF">2026-09-21T06:46:21Z</dcterms:created>
  <dcterms:modified xsi:type="dcterms:W3CDTF">2026-09-21T06:47:05Z</dcterms:modified>
</cp:coreProperties>
</file>