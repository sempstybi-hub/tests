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74" r:id="rId4"/>
    <p:sldId id="259" r:id="rId5"/>
    <p:sldId id="260" r:id="rId6"/>
    <p:sldId id="261" r:id="rId7"/>
    <p:sldId id="275" r:id="rId8"/>
    <p:sldId id="262" r:id="rId9"/>
    <p:sldId id="265" r:id="rId10"/>
    <p:sldId id="263" r:id="rId11"/>
    <p:sldId id="264" r:id="rId12"/>
    <p:sldId id="276" r:id="rId13"/>
    <p:sldId id="266" r:id="rId14"/>
    <p:sldId id="267" r:id="rId15"/>
    <p:sldId id="268" r:id="rId16"/>
    <p:sldId id="269" r:id="rId17"/>
    <p:sldId id="277" r:id="rId18"/>
    <p:sldId id="270" r:id="rId19"/>
    <p:sldId id="271" r:id="rId20"/>
    <p:sldId id="272" r:id="rId21"/>
    <p:sldId id="273" r:id="rId22"/>
    <p:sldId id="278" r:id="rId23"/>
  </p:sldIdLst>
  <p:sldSz cx="12192000" cy="6858000"/>
  <p:notesSz cx="6858000" cy="9144000"/>
  <p:embeddedFontLst>
    <p:embeddedFont>
      <p:font typeface="DoT Icons" panose="02000000000000000000" pitchFamily="50" charset="0"/>
      <p:regular r:id="rId24"/>
    </p:embeddedFont>
    <p:embeddedFont>
      <p:font typeface="Moscow Sans ExtraBold" panose="020B0703030702020504" pitchFamily="34" charset="-52"/>
      <p:bold r:id="rId25"/>
    </p:embeddedFont>
    <p:embeddedFont>
      <p:font typeface="Moscow Sans Regular" panose="020B0503030702020504" pitchFamily="34" charset="-52"/>
      <p:regular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F2B"/>
    <a:srgbClr val="2E9E6B"/>
    <a:srgbClr val="2C3E50"/>
    <a:srgbClr val="747474"/>
    <a:srgbClr val="E3E6EB"/>
    <a:srgbClr val="EFE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B68B9-AE8B-4E3F-A44E-B02B846F6ABC}" type="doc">
      <dgm:prSet loTypeId="urn:microsoft.com/office/officeart/2005/8/layout/hChevron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FA2DCB6A-8F59-4820-870E-543A756A3B38}">
      <dgm:prSet phldrT="[Текст]" phldr="0" custT="1"/>
      <dgm:spPr/>
      <dgm:t>
        <a:bodyPr/>
        <a:lstStyle/>
        <a:p>
          <a:r>
            <a:rPr lang="ru-RU" sz="2000" dirty="0"/>
            <a:t>Анализ</a:t>
          </a:r>
          <a:endParaRPr lang="ru-RU" sz="1100" dirty="0"/>
        </a:p>
      </dgm:t>
    </dgm:pt>
    <dgm:pt modelId="{114EF0AE-584D-430F-B0FF-19EF115073D4}" type="parTrans" cxnId="{C32F7937-74AE-4A0D-9EA7-A0A4497178C3}">
      <dgm:prSet/>
      <dgm:spPr/>
      <dgm:t>
        <a:bodyPr/>
        <a:lstStyle/>
        <a:p>
          <a:endParaRPr lang="ru-RU" sz="2800"/>
        </a:p>
      </dgm:t>
    </dgm:pt>
    <dgm:pt modelId="{38E93032-159F-442B-BEFC-30259B108A01}" type="sibTrans" cxnId="{C32F7937-74AE-4A0D-9EA7-A0A4497178C3}">
      <dgm:prSet/>
      <dgm:spPr/>
      <dgm:t>
        <a:bodyPr/>
        <a:lstStyle/>
        <a:p>
          <a:endParaRPr lang="ru-RU" sz="2800"/>
        </a:p>
      </dgm:t>
    </dgm:pt>
    <dgm:pt modelId="{33FAC2E0-89E3-470F-A359-B42B0FB9FBBA}">
      <dgm:prSet phldrT="[Текст]" phldr="0" custT="1"/>
      <dgm:spPr/>
      <dgm:t>
        <a:bodyPr/>
        <a:lstStyle/>
        <a:p>
          <a:r>
            <a:rPr lang="ru-RU" sz="1100" dirty="0"/>
            <a:t>Проектирование</a:t>
          </a:r>
        </a:p>
      </dgm:t>
    </dgm:pt>
    <dgm:pt modelId="{24EF8FBB-1F3A-4F26-B1B4-4F175F44B763}" type="parTrans" cxnId="{A186357A-256D-4C5B-80A1-2911C3D29CBF}">
      <dgm:prSet/>
      <dgm:spPr/>
      <dgm:t>
        <a:bodyPr/>
        <a:lstStyle/>
        <a:p>
          <a:endParaRPr lang="ru-RU" sz="2800"/>
        </a:p>
      </dgm:t>
    </dgm:pt>
    <dgm:pt modelId="{5EC48048-8232-448C-AA82-A7FF05768DB6}" type="sibTrans" cxnId="{A186357A-256D-4C5B-80A1-2911C3D29CBF}">
      <dgm:prSet/>
      <dgm:spPr/>
      <dgm:t>
        <a:bodyPr/>
        <a:lstStyle/>
        <a:p>
          <a:endParaRPr lang="ru-RU" sz="2800"/>
        </a:p>
      </dgm:t>
    </dgm:pt>
    <dgm:pt modelId="{4CBD40F4-9290-47BE-98DE-F9F9A0075ED7}">
      <dgm:prSet phldrT="[Текст]" phldr="0" custT="1"/>
      <dgm:spPr/>
      <dgm:t>
        <a:bodyPr/>
        <a:lstStyle/>
        <a:p>
          <a:r>
            <a:rPr lang="ru-RU" sz="1600" dirty="0"/>
            <a:t>Разработка</a:t>
          </a:r>
          <a:endParaRPr lang="ru-RU" sz="1100" dirty="0"/>
        </a:p>
      </dgm:t>
    </dgm:pt>
    <dgm:pt modelId="{16F61ED8-030B-456E-A8CA-B0EDA5D377FD}" type="parTrans" cxnId="{EBF4F46C-7A59-462A-B695-102B66B38129}">
      <dgm:prSet/>
      <dgm:spPr/>
      <dgm:t>
        <a:bodyPr/>
        <a:lstStyle/>
        <a:p>
          <a:endParaRPr lang="ru-RU" sz="2800"/>
        </a:p>
      </dgm:t>
    </dgm:pt>
    <dgm:pt modelId="{5D18652F-2DD8-4571-A4D8-E00F5EA87E3D}" type="sibTrans" cxnId="{EBF4F46C-7A59-462A-B695-102B66B38129}">
      <dgm:prSet/>
      <dgm:spPr/>
      <dgm:t>
        <a:bodyPr/>
        <a:lstStyle/>
        <a:p>
          <a:endParaRPr lang="ru-RU" sz="2800"/>
        </a:p>
      </dgm:t>
    </dgm:pt>
    <dgm:pt modelId="{F7D87012-39FD-44BF-8F40-0BD2F72475DA}">
      <dgm:prSet phldrT="[Текст]" phldr="0" custT="1"/>
      <dgm:spPr/>
      <dgm:t>
        <a:bodyPr/>
        <a:lstStyle/>
        <a:p>
          <a:r>
            <a:rPr lang="ru-RU" sz="1400" dirty="0"/>
            <a:t>Тестирование</a:t>
          </a:r>
          <a:endParaRPr lang="ru-RU" sz="1100" dirty="0"/>
        </a:p>
      </dgm:t>
    </dgm:pt>
    <dgm:pt modelId="{A70BF551-5569-4910-8B53-7FB1F0F80270}" type="parTrans" cxnId="{484FF7D4-5FA9-4711-8E09-3BC3FAB7E1AB}">
      <dgm:prSet/>
      <dgm:spPr/>
      <dgm:t>
        <a:bodyPr/>
        <a:lstStyle/>
        <a:p>
          <a:endParaRPr lang="ru-RU" sz="2800"/>
        </a:p>
      </dgm:t>
    </dgm:pt>
    <dgm:pt modelId="{411973BF-A256-4529-983C-8A441F66C7E9}" type="sibTrans" cxnId="{484FF7D4-5FA9-4711-8E09-3BC3FAB7E1AB}">
      <dgm:prSet/>
      <dgm:spPr/>
      <dgm:t>
        <a:bodyPr/>
        <a:lstStyle/>
        <a:p>
          <a:endParaRPr lang="ru-RU" sz="2800"/>
        </a:p>
      </dgm:t>
    </dgm:pt>
    <dgm:pt modelId="{7DD6EAF0-1659-4186-B91F-9F2533B39561}">
      <dgm:prSet phldrT="[Текст]" phldr="0" custT="1"/>
      <dgm:spPr/>
      <dgm:t>
        <a:bodyPr/>
        <a:lstStyle/>
        <a:p>
          <a:r>
            <a:rPr lang="ru-RU" sz="1600" dirty="0"/>
            <a:t>Внедрение</a:t>
          </a:r>
          <a:endParaRPr lang="ru-RU" sz="1100" dirty="0"/>
        </a:p>
      </dgm:t>
    </dgm:pt>
    <dgm:pt modelId="{741144F7-815F-479C-9861-0CF087273AFB}" type="parTrans" cxnId="{8F2BF1C6-AFFE-44F5-A277-83243DAF7297}">
      <dgm:prSet/>
      <dgm:spPr/>
      <dgm:t>
        <a:bodyPr/>
        <a:lstStyle/>
        <a:p>
          <a:endParaRPr lang="ru-RU" sz="2800"/>
        </a:p>
      </dgm:t>
    </dgm:pt>
    <dgm:pt modelId="{27691210-FCAD-400A-8141-26D96115177E}" type="sibTrans" cxnId="{8F2BF1C6-AFFE-44F5-A277-83243DAF7297}">
      <dgm:prSet/>
      <dgm:spPr/>
      <dgm:t>
        <a:bodyPr/>
        <a:lstStyle/>
        <a:p>
          <a:endParaRPr lang="ru-RU" sz="2800"/>
        </a:p>
      </dgm:t>
    </dgm:pt>
    <dgm:pt modelId="{F992F42D-DC75-4ACD-8034-0C6FBF016360}">
      <dgm:prSet phldrT="[Текст]" phldr="0" custT="1"/>
      <dgm:spPr/>
      <dgm:t>
        <a:bodyPr/>
        <a:lstStyle/>
        <a:p>
          <a:r>
            <a:rPr lang="ru-RU" sz="1600" dirty="0"/>
            <a:t>Поддержка</a:t>
          </a:r>
          <a:endParaRPr lang="ru-RU" sz="1100" dirty="0"/>
        </a:p>
      </dgm:t>
    </dgm:pt>
    <dgm:pt modelId="{80E38975-F2B9-4A70-AF54-6D33068DB998}" type="parTrans" cxnId="{C6CEFCF6-C60A-492C-9ED2-EE8FF4E8DF79}">
      <dgm:prSet/>
      <dgm:spPr/>
      <dgm:t>
        <a:bodyPr/>
        <a:lstStyle/>
        <a:p>
          <a:endParaRPr lang="ru-RU" sz="2800"/>
        </a:p>
      </dgm:t>
    </dgm:pt>
    <dgm:pt modelId="{DB909B10-C55A-47FD-8B99-25F88AF6AE9A}" type="sibTrans" cxnId="{C6CEFCF6-C60A-492C-9ED2-EE8FF4E8DF79}">
      <dgm:prSet/>
      <dgm:spPr/>
      <dgm:t>
        <a:bodyPr/>
        <a:lstStyle/>
        <a:p>
          <a:endParaRPr lang="ru-RU" sz="2800"/>
        </a:p>
      </dgm:t>
    </dgm:pt>
    <dgm:pt modelId="{C839CBCE-16C2-47A9-ADCC-A09E04DA10E5}" type="pres">
      <dgm:prSet presAssocID="{BE4B68B9-AE8B-4E3F-A44E-B02B846F6ABC}" presName="Name0" presStyleCnt="0">
        <dgm:presLayoutVars>
          <dgm:dir/>
          <dgm:resizeHandles val="exact"/>
        </dgm:presLayoutVars>
      </dgm:prSet>
      <dgm:spPr/>
    </dgm:pt>
    <dgm:pt modelId="{31AFF148-0794-4809-B291-0DCFFBEEBDD5}" type="pres">
      <dgm:prSet presAssocID="{FA2DCB6A-8F59-4820-870E-543A756A3B38}" presName="parTxOnly" presStyleLbl="node1" presStyleIdx="0" presStyleCnt="6">
        <dgm:presLayoutVars>
          <dgm:bulletEnabled val="1"/>
        </dgm:presLayoutVars>
      </dgm:prSet>
      <dgm:spPr/>
    </dgm:pt>
    <dgm:pt modelId="{F9FF1E2E-6A09-4766-9B3D-A9E79849CD0C}" type="pres">
      <dgm:prSet presAssocID="{38E93032-159F-442B-BEFC-30259B108A01}" presName="parSpace" presStyleCnt="0"/>
      <dgm:spPr/>
    </dgm:pt>
    <dgm:pt modelId="{AD53D7B4-3099-4A8F-A445-5A723371B671}" type="pres">
      <dgm:prSet presAssocID="{33FAC2E0-89E3-470F-A359-B42B0FB9FBBA}" presName="parTxOnly" presStyleLbl="node1" presStyleIdx="1" presStyleCnt="6">
        <dgm:presLayoutVars>
          <dgm:bulletEnabled val="1"/>
        </dgm:presLayoutVars>
      </dgm:prSet>
      <dgm:spPr/>
    </dgm:pt>
    <dgm:pt modelId="{9CB92E98-10C3-47A9-9A8E-4158531F781D}" type="pres">
      <dgm:prSet presAssocID="{5EC48048-8232-448C-AA82-A7FF05768DB6}" presName="parSpace" presStyleCnt="0"/>
      <dgm:spPr/>
    </dgm:pt>
    <dgm:pt modelId="{0520AD28-98B0-4E61-8DCB-5D1AF4A09CD9}" type="pres">
      <dgm:prSet presAssocID="{4CBD40F4-9290-47BE-98DE-F9F9A0075ED7}" presName="parTxOnly" presStyleLbl="node1" presStyleIdx="2" presStyleCnt="6">
        <dgm:presLayoutVars>
          <dgm:bulletEnabled val="1"/>
        </dgm:presLayoutVars>
      </dgm:prSet>
      <dgm:spPr/>
    </dgm:pt>
    <dgm:pt modelId="{152382F3-62AE-4771-ADDA-867398F59E3D}" type="pres">
      <dgm:prSet presAssocID="{5D18652F-2DD8-4571-A4D8-E00F5EA87E3D}" presName="parSpace" presStyleCnt="0"/>
      <dgm:spPr/>
    </dgm:pt>
    <dgm:pt modelId="{48FDB565-8F2B-490B-8FA1-D4850777B35B}" type="pres">
      <dgm:prSet presAssocID="{F7D87012-39FD-44BF-8F40-0BD2F72475DA}" presName="parTxOnly" presStyleLbl="node1" presStyleIdx="3" presStyleCnt="6">
        <dgm:presLayoutVars>
          <dgm:bulletEnabled val="1"/>
        </dgm:presLayoutVars>
      </dgm:prSet>
      <dgm:spPr/>
    </dgm:pt>
    <dgm:pt modelId="{5BDF8D5E-DCFA-4CC1-8175-D87B1005139C}" type="pres">
      <dgm:prSet presAssocID="{411973BF-A256-4529-983C-8A441F66C7E9}" presName="parSpace" presStyleCnt="0"/>
      <dgm:spPr/>
    </dgm:pt>
    <dgm:pt modelId="{10FAC578-4A41-4A7F-9E23-5D06CB38FBFB}" type="pres">
      <dgm:prSet presAssocID="{7DD6EAF0-1659-4186-B91F-9F2533B39561}" presName="parTxOnly" presStyleLbl="node1" presStyleIdx="4" presStyleCnt="6">
        <dgm:presLayoutVars>
          <dgm:bulletEnabled val="1"/>
        </dgm:presLayoutVars>
      </dgm:prSet>
      <dgm:spPr/>
    </dgm:pt>
    <dgm:pt modelId="{AF9D0C84-03F4-423B-86A0-BB447A9785E3}" type="pres">
      <dgm:prSet presAssocID="{27691210-FCAD-400A-8141-26D96115177E}" presName="parSpace" presStyleCnt="0"/>
      <dgm:spPr/>
    </dgm:pt>
    <dgm:pt modelId="{8C7CCD39-B3E3-4DDA-849E-A578EEF3FF14}" type="pres">
      <dgm:prSet presAssocID="{F992F42D-DC75-4ACD-8034-0C6FBF016360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CBA1782D-56F6-4154-A910-4BB8A724BADD}" type="presOf" srcId="{7DD6EAF0-1659-4186-B91F-9F2533B39561}" destId="{10FAC578-4A41-4A7F-9E23-5D06CB38FBFB}" srcOrd="0" destOrd="0" presId="urn:microsoft.com/office/officeart/2005/8/layout/hChevron3"/>
    <dgm:cxn modelId="{C32F7937-74AE-4A0D-9EA7-A0A4497178C3}" srcId="{BE4B68B9-AE8B-4E3F-A44E-B02B846F6ABC}" destId="{FA2DCB6A-8F59-4820-870E-543A756A3B38}" srcOrd="0" destOrd="0" parTransId="{114EF0AE-584D-430F-B0FF-19EF115073D4}" sibTransId="{38E93032-159F-442B-BEFC-30259B108A01}"/>
    <dgm:cxn modelId="{EBF4F46C-7A59-462A-B695-102B66B38129}" srcId="{BE4B68B9-AE8B-4E3F-A44E-B02B846F6ABC}" destId="{4CBD40F4-9290-47BE-98DE-F9F9A0075ED7}" srcOrd="2" destOrd="0" parTransId="{16F61ED8-030B-456E-A8CA-B0EDA5D377FD}" sibTransId="{5D18652F-2DD8-4571-A4D8-E00F5EA87E3D}"/>
    <dgm:cxn modelId="{A186357A-256D-4C5B-80A1-2911C3D29CBF}" srcId="{BE4B68B9-AE8B-4E3F-A44E-B02B846F6ABC}" destId="{33FAC2E0-89E3-470F-A359-B42B0FB9FBBA}" srcOrd="1" destOrd="0" parTransId="{24EF8FBB-1F3A-4F26-B1B4-4F175F44B763}" sibTransId="{5EC48048-8232-448C-AA82-A7FF05768DB6}"/>
    <dgm:cxn modelId="{250DB67D-99AB-4576-9B2B-60539810E095}" type="presOf" srcId="{4CBD40F4-9290-47BE-98DE-F9F9A0075ED7}" destId="{0520AD28-98B0-4E61-8DCB-5D1AF4A09CD9}" srcOrd="0" destOrd="0" presId="urn:microsoft.com/office/officeart/2005/8/layout/hChevron3"/>
    <dgm:cxn modelId="{CDA85FA1-263F-41E0-8E97-DE7EDEC9CE4B}" type="presOf" srcId="{F7D87012-39FD-44BF-8F40-0BD2F72475DA}" destId="{48FDB565-8F2B-490B-8FA1-D4850777B35B}" srcOrd="0" destOrd="0" presId="urn:microsoft.com/office/officeart/2005/8/layout/hChevron3"/>
    <dgm:cxn modelId="{996B5EB8-6233-4FA3-963D-05555B6792B7}" type="presOf" srcId="{F992F42D-DC75-4ACD-8034-0C6FBF016360}" destId="{8C7CCD39-B3E3-4DDA-849E-A578EEF3FF14}" srcOrd="0" destOrd="0" presId="urn:microsoft.com/office/officeart/2005/8/layout/hChevron3"/>
    <dgm:cxn modelId="{B5D1BFBD-15B9-4B2A-98F0-238655277064}" type="presOf" srcId="{BE4B68B9-AE8B-4E3F-A44E-B02B846F6ABC}" destId="{C839CBCE-16C2-47A9-ADCC-A09E04DA10E5}" srcOrd="0" destOrd="0" presId="urn:microsoft.com/office/officeart/2005/8/layout/hChevron3"/>
    <dgm:cxn modelId="{652F9DC0-5DD8-4C39-A7E0-3F89178A48BF}" type="presOf" srcId="{33FAC2E0-89E3-470F-A359-B42B0FB9FBBA}" destId="{AD53D7B4-3099-4A8F-A445-5A723371B671}" srcOrd="0" destOrd="0" presId="urn:microsoft.com/office/officeart/2005/8/layout/hChevron3"/>
    <dgm:cxn modelId="{8F2BF1C6-AFFE-44F5-A277-83243DAF7297}" srcId="{BE4B68B9-AE8B-4E3F-A44E-B02B846F6ABC}" destId="{7DD6EAF0-1659-4186-B91F-9F2533B39561}" srcOrd="4" destOrd="0" parTransId="{741144F7-815F-479C-9861-0CF087273AFB}" sibTransId="{27691210-FCAD-400A-8141-26D96115177E}"/>
    <dgm:cxn modelId="{484FF7D4-5FA9-4711-8E09-3BC3FAB7E1AB}" srcId="{BE4B68B9-AE8B-4E3F-A44E-B02B846F6ABC}" destId="{F7D87012-39FD-44BF-8F40-0BD2F72475DA}" srcOrd="3" destOrd="0" parTransId="{A70BF551-5569-4910-8B53-7FB1F0F80270}" sibTransId="{411973BF-A256-4529-983C-8A441F66C7E9}"/>
    <dgm:cxn modelId="{3CD938E6-6246-4654-ACE9-8CEDB17D1E9B}" type="presOf" srcId="{FA2DCB6A-8F59-4820-870E-543A756A3B38}" destId="{31AFF148-0794-4809-B291-0DCFFBEEBDD5}" srcOrd="0" destOrd="0" presId="urn:microsoft.com/office/officeart/2005/8/layout/hChevron3"/>
    <dgm:cxn modelId="{C6CEFCF6-C60A-492C-9ED2-EE8FF4E8DF79}" srcId="{BE4B68B9-AE8B-4E3F-A44E-B02B846F6ABC}" destId="{F992F42D-DC75-4ACD-8034-0C6FBF016360}" srcOrd="5" destOrd="0" parTransId="{80E38975-F2B9-4A70-AF54-6D33068DB998}" sibTransId="{DB909B10-C55A-47FD-8B99-25F88AF6AE9A}"/>
    <dgm:cxn modelId="{4D6E8EED-8F02-418F-B7AD-B1E4A3C8B3C0}" type="presParOf" srcId="{C839CBCE-16C2-47A9-ADCC-A09E04DA10E5}" destId="{31AFF148-0794-4809-B291-0DCFFBEEBDD5}" srcOrd="0" destOrd="0" presId="urn:microsoft.com/office/officeart/2005/8/layout/hChevron3"/>
    <dgm:cxn modelId="{B4D41756-766E-4660-808A-E369155487E7}" type="presParOf" srcId="{C839CBCE-16C2-47A9-ADCC-A09E04DA10E5}" destId="{F9FF1E2E-6A09-4766-9B3D-A9E79849CD0C}" srcOrd="1" destOrd="0" presId="urn:microsoft.com/office/officeart/2005/8/layout/hChevron3"/>
    <dgm:cxn modelId="{CA39B914-E04B-4F8E-9E1E-19AAE9F78798}" type="presParOf" srcId="{C839CBCE-16C2-47A9-ADCC-A09E04DA10E5}" destId="{AD53D7B4-3099-4A8F-A445-5A723371B671}" srcOrd="2" destOrd="0" presId="urn:microsoft.com/office/officeart/2005/8/layout/hChevron3"/>
    <dgm:cxn modelId="{F06CF36B-4239-4BA6-BF34-2457D41A4B46}" type="presParOf" srcId="{C839CBCE-16C2-47A9-ADCC-A09E04DA10E5}" destId="{9CB92E98-10C3-47A9-9A8E-4158531F781D}" srcOrd="3" destOrd="0" presId="urn:microsoft.com/office/officeart/2005/8/layout/hChevron3"/>
    <dgm:cxn modelId="{746FAF7B-1100-45A2-9399-2EED2F9978D0}" type="presParOf" srcId="{C839CBCE-16C2-47A9-ADCC-A09E04DA10E5}" destId="{0520AD28-98B0-4E61-8DCB-5D1AF4A09CD9}" srcOrd="4" destOrd="0" presId="urn:microsoft.com/office/officeart/2005/8/layout/hChevron3"/>
    <dgm:cxn modelId="{7CC7DFD8-AF84-4C91-B49E-3A23EF0D8EAE}" type="presParOf" srcId="{C839CBCE-16C2-47A9-ADCC-A09E04DA10E5}" destId="{152382F3-62AE-4771-ADDA-867398F59E3D}" srcOrd="5" destOrd="0" presId="urn:microsoft.com/office/officeart/2005/8/layout/hChevron3"/>
    <dgm:cxn modelId="{9989C9EE-129D-4E14-B6E5-0BF264B778BD}" type="presParOf" srcId="{C839CBCE-16C2-47A9-ADCC-A09E04DA10E5}" destId="{48FDB565-8F2B-490B-8FA1-D4850777B35B}" srcOrd="6" destOrd="0" presId="urn:microsoft.com/office/officeart/2005/8/layout/hChevron3"/>
    <dgm:cxn modelId="{B0EECB8E-8015-4085-9069-2DBA4EE852BD}" type="presParOf" srcId="{C839CBCE-16C2-47A9-ADCC-A09E04DA10E5}" destId="{5BDF8D5E-DCFA-4CC1-8175-D87B1005139C}" srcOrd="7" destOrd="0" presId="urn:microsoft.com/office/officeart/2005/8/layout/hChevron3"/>
    <dgm:cxn modelId="{FC96486D-0688-4E79-B2DE-2489A624B3B1}" type="presParOf" srcId="{C839CBCE-16C2-47A9-ADCC-A09E04DA10E5}" destId="{10FAC578-4A41-4A7F-9E23-5D06CB38FBFB}" srcOrd="8" destOrd="0" presId="urn:microsoft.com/office/officeart/2005/8/layout/hChevron3"/>
    <dgm:cxn modelId="{DD4CE16E-B80D-4C51-BD96-A68F8BBE4850}" type="presParOf" srcId="{C839CBCE-16C2-47A9-ADCC-A09E04DA10E5}" destId="{AF9D0C84-03F4-423B-86A0-BB447A9785E3}" srcOrd="9" destOrd="0" presId="urn:microsoft.com/office/officeart/2005/8/layout/hChevron3"/>
    <dgm:cxn modelId="{3BAA3513-300C-4D00-95A2-B4C8BD54D19C}" type="presParOf" srcId="{C839CBCE-16C2-47A9-ADCC-A09E04DA10E5}" destId="{8C7CCD39-B3E3-4DDA-849E-A578EEF3FF14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A793B0-377B-467E-849A-5B38C307909D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0BF12CB-1EC2-453A-A1CE-5A68777199E0}">
      <dgm:prSet phldrT="[Текст]" phldr="0" custT="1"/>
      <dgm:spPr/>
      <dgm:t>
        <a:bodyPr/>
        <a:lstStyle/>
        <a:p>
          <a:r>
            <a:rPr lang="ru-RU" sz="1800" dirty="0"/>
            <a:t>Разработка</a:t>
          </a:r>
          <a:endParaRPr lang="ru-RU" sz="1600" dirty="0"/>
        </a:p>
      </dgm:t>
    </dgm:pt>
    <dgm:pt modelId="{CB873F34-B831-4B33-95CD-9F4F098CE2C9}" type="parTrans" cxnId="{CC84EBE7-B4EC-4560-9C31-7E200F91BE6B}">
      <dgm:prSet/>
      <dgm:spPr/>
      <dgm:t>
        <a:bodyPr/>
        <a:lstStyle/>
        <a:p>
          <a:endParaRPr lang="ru-RU"/>
        </a:p>
      </dgm:t>
    </dgm:pt>
    <dgm:pt modelId="{00F68846-CF46-4470-9448-703BB93F0616}" type="sibTrans" cxnId="{CC84EBE7-B4EC-4560-9C31-7E200F91BE6B}">
      <dgm:prSet/>
      <dgm:spPr/>
      <dgm:t>
        <a:bodyPr/>
        <a:lstStyle/>
        <a:p>
          <a:endParaRPr lang="ru-RU"/>
        </a:p>
      </dgm:t>
    </dgm:pt>
    <dgm:pt modelId="{C14A2D23-8295-40C1-92A6-B67D5EDD2229}">
      <dgm:prSet phldrT="[Текст]" phldr="0" custT="1"/>
      <dgm:spPr/>
      <dgm:t>
        <a:bodyPr/>
        <a:lstStyle/>
        <a:p>
          <a:r>
            <a:rPr lang="ru-RU" sz="1400" dirty="0"/>
            <a:t>Тестирование</a:t>
          </a:r>
          <a:endParaRPr lang="ru-RU" sz="1200" dirty="0"/>
        </a:p>
      </dgm:t>
    </dgm:pt>
    <dgm:pt modelId="{E6A1200E-4139-4C49-881D-16084DA97A20}" type="parTrans" cxnId="{492CDBD0-686A-448C-BD4E-AC82EEF04151}">
      <dgm:prSet/>
      <dgm:spPr/>
      <dgm:t>
        <a:bodyPr/>
        <a:lstStyle/>
        <a:p>
          <a:endParaRPr lang="ru-RU"/>
        </a:p>
      </dgm:t>
    </dgm:pt>
    <dgm:pt modelId="{87900856-73F1-43E5-9E23-892076FBF86A}" type="sibTrans" cxnId="{492CDBD0-686A-448C-BD4E-AC82EEF04151}">
      <dgm:prSet/>
      <dgm:spPr/>
      <dgm:t>
        <a:bodyPr/>
        <a:lstStyle/>
        <a:p>
          <a:endParaRPr lang="ru-RU"/>
        </a:p>
      </dgm:t>
    </dgm:pt>
    <dgm:pt modelId="{1990C8E0-08AB-4B4D-82EE-3F33DDD7C2A5}">
      <dgm:prSet phldrT="[Текст]" phldr="0" custT="1"/>
      <dgm:spPr/>
      <dgm:t>
        <a:bodyPr/>
        <a:lstStyle/>
        <a:p>
          <a:r>
            <a:rPr lang="ru-RU" sz="2400" dirty="0"/>
            <a:t>Проварка</a:t>
          </a:r>
          <a:endParaRPr lang="ru-RU" sz="1900" dirty="0"/>
        </a:p>
      </dgm:t>
    </dgm:pt>
    <dgm:pt modelId="{DB8F157A-3DE2-488A-A214-23BA3281CCDD}" type="parTrans" cxnId="{9E3ABB07-C874-4D3E-A075-F540924B0B4C}">
      <dgm:prSet/>
      <dgm:spPr/>
      <dgm:t>
        <a:bodyPr/>
        <a:lstStyle/>
        <a:p>
          <a:endParaRPr lang="ru-RU"/>
        </a:p>
      </dgm:t>
    </dgm:pt>
    <dgm:pt modelId="{B7648E93-3E15-4AAD-AC5C-7E6F857B5BF8}" type="sibTrans" cxnId="{9E3ABB07-C874-4D3E-A075-F540924B0B4C}">
      <dgm:prSet/>
      <dgm:spPr/>
      <dgm:t>
        <a:bodyPr/>
        <a:lstStyle/>
        <a:p>
          <a:endParaRPr lang="ru-RU"/>
        </a:p>
      </dgm:t>
    </dgm:pt>
    <dgm:pt modelId="{CD98B630-2DD0-4D36-9F1D-10D4C860E88B}">
      <dgm:prSet phldrT="[Текст]" phldr="0"/>
      <dgm:spPr/>
      <dgm:t>
        <a:bodyPr/>
        <a:lstStyle/>
        <a:p>
          <a:r>
            <a:rPr lang="ru-RU" dirty="0"/>
            <a:t>Планирование</a:t>
          </a:r>
        </a:p>
      </dgm:t>
    </dgm:pt>
    <dgm:pt modelId="{54F4E834-E2FE-4F3E-A9C6-278D9335A2E5}" type="parTrans" cxnId="{1DF4B814-4B72-4BFD-95A4-CF2D3FDBB664}">
      <dgm:prSet/>
      <dgm:spPr/>
      <dgm:t>
        <a:bodyPr/>
        <a:lstStyle/>
        <a:p>
          <a:endParaRPr lang="ru-RU"/>
        </a:p>
      </dgm:t>
    </dgm:pt>
    <dgm:pt modelId="{5C15A693-5386-47D7-A9AE-F53763936801}" type="sibTrans" cxnId="{1DF4B814-4B72-4BFD-95A4-CF2D3FDBB664}">
      <dgm:prSet/>
      <dgm:spPr/>
      <dgm:t>
        <a:bodyPr/>
        <a:lstStyle/>
        <a:p>
          <a:endParaRPr lang="ru-RU"/>
        </a:p>
      </dgm:t>
    </dgm:pt>
    <dgm:pt modelId="{83EC0CC5-44E5-4306-8259-F0F58BC8C355}">
      <dgm:prSet phldrT="[Текст]" phldr="0" custT="1"/>
      <dgm:spPr/>
      <dgm:t>
        <a:bodyPr/>
        <a:lstStyle/>
        <a:p>
          <a:r>
            <a:rPr lang="ru-RU" sz="2000" dirty="0"/>
            <a:t>Дизайн</a:t>
          </a:r>
          <a:endParaRPr lang="ru-RU" sz="1200" dirty="0"/>
        </a:p>
      </dgm:t>
    </dgm:pt>
    <dgm:pt modelId="{A12771C7-3465-4C29-8C91-9DB7D6AC70DA}" type="parTrans" cxnId="{A61624E3-EFBD-4B5C-95B3-BC7F722DF406}">
      <dgm:prSet/>
      <dgm:spPr/>
      <dgm:t>
        <a:bodyPr/>
        <a:lstStyle/>
        <a:p>
          <a:endParaRPr lang="ru-RU"/>
        </a:p>
      </dgm:t>
    </dgm:pt>
    <dgm:pt modelId="{3EBB3641-DB16-4CB6-9B0D-F8FAE85A0CBA}" type="sibTrans" cxnId="{A61624E3-EFBD-4B5C-95B3-BC7F722DF406}">
      <dgm:prSet/>
      <dgm:spPr/>
      <dgm:t>
        <a:bodyPr/>
        <a:lstStyle/>
        <a:p>
          <a:endParaRPr lang="ru-RU"/>
        </a:p>
      </dgm:t>
    </dgm:pt>
    <dgm:pt modelId="{A3D2F2C3-A66C-4C6B-A7AB-8741FD663268}">
      <dgm:prSet phldrT="[Текст]" phldr="0" custT="1"/>
      <dgm:spPr/>
      <dgm:t>
        <a:bodyPr/>
        <a:lstStyle/>
        <a:p>
          <a:r>
            <a:rPr lang="ru-RU" sz="2800" dirty="0"/>
            <a:t>Запуск</a:t>
          </a:r>
        </a:p>
      </dgm:t>
    </dgm:pt>
    <dgm:pt modelId="{E1E7A5C0-F571-4941-AE07-D6619A7529AE}" type="parTrans" cxnId="{6BF8402D-7A70-42FF-BA5D-2EA63A7BC31D}">
      <dgm:prSet/>
      <dgm:spPr/>
      <dgm:t>
        <a:bodyPr/>
        <a:lstStyle/>
        <a:p>
          <a:endParaRPr lang="ru-RU"/>
        </a:p>
      </dgm:t>
    </dgm:pt>
    <dgm:pt modelId="{2002AF61-5E71-4CFB-B195-9EB219F534C6}" type="sibTrans" cxnId="{6BF8402D-7A70-42FF-BA5D-2EA63A7BC31D}">
      <dgm:prSet/>
      <dgm:spPr/>
      <dgm:t>
        <a:bodyPr/>
        <a:lstStyle/>
        <a:p>
          <a:endParaRPr lang="ru-RU"/>
        </a:p>
      </dgm:t>
    </dgm:pt>
    <dgm:pt modelId="{B89814C9-16E4-494B-8FD7-A648FCBCB4F1}" type="pres">
      <dgm:prSet presAssocID="{33A793B0-377B-467E-849A-5B38C307909D}" presName="cycle" presStyleCnt="0">
        <dgm:presLayoutVars>
          <dgm:dir/>
          <dgm:resizeHandles val="exact"/>
        </dgm:presLayoutVars>
      </dgm:prSet>
      <dgm:spPr/>
    </dgm:pt>
    <dgm:pt modelId="{B4612837-37DB-447C-BC94-08667BCC1C31}" type="pres">
      <dgm:prSet presAssocID="{F0BF12CB-1EC2-453A-A1CE-5A68777199E0}" presName="node" presStyleLbl="node1" presStyleIdx="0" presStyleCnt="6" custScaleX="115885" custRadScaleRad="93139">
        <dgm:presLayoutVars>
          <dgm:bulletEnabled val="1"/>
        </dgm:presLayoutVars>
      </dgm:prSet>
      <dgm:spPr/>
    </dgm:pt>
    <dgm:pt modelId="{914FAC77-95BE-4EF7-B3B9-117A17542A9C}" type="pres">
      <dgm:prSet presAssocID="{F0BF12CB-1EC2-453A-A1CE-5A68777199E0}" presName="spNode" presStyleCnt="0"/>
      <dgm:spPr/>
    </dgm:pt>
    <dgm:pt modelId="{D88F6BA4-F07C-4CDE-BA70-4E8C36A30F88}" type="pres">
      <dgm:prSet presAssocID="{00F68846-CF46-4470-9448-703BB93F0616}" presName="sibTrans" presStyleLbl="sibTrans1D1" presStyleIdx="0" presStyleCnt="6"/>
      <dgm:spPr/>
    </dgm:pt>
    <dgm:pt modelId="{74A8295A-6FCE-4FA4-B259-B5CD11A30B2A}" type="pres">
      <dgm:prSet presAssocID="{C14A2D23-8295-40C1-92A6-B67D5EDD2229}" presName="node" presStyleLbl="node1" presStyleIdx="1" presStyleCnt="6" custScaleX="129294">
        <dgm:presLayoutVars>
          <dgm:bulletEnabled val="1"/>
        </dgm:presLayoutVars>
      </dgm:prSet>
      <dgm:spPr/>
    </dgm:pt>
    <dgm:pt modelId="{603BDF71-88F4-4C0F-8925-24023ACA0E97}" type="pres">
      <dgm:prSet presAssocID="{C14A2D23-8295-40C1-92A6-B67D5EDD2229}" presName="spNode" presStyleCnt="0"/>
      <dgm:spPr/>
    </dgm:pt>
    <dgm:pt modelId="{89B7FA02-C5BF-42EA-A144-E96D7EE474A1}" type="pres">
      <dgm:prSet presAssocID="{87900856-73F1-43E5-9E23-892076FBF86A}" presName="sibTrans" presStyleLbl="sibTrans1D1" presStyleIdx="1" presStyleCnt="6"/>
      <dgm:spPr/>
    </dgm:pt>
    <dgm:pt modelId="{36CAF5C0-A606-47BB-93F2-BE8A8A498A43}" type="pres">
      <dgm:prSet presAssocID="{1990C8E0-08AB-4B4D-82EE-3F33DDD7C2A5}" presName="node" presStyleLbl="node1" presStyleIdx="2" presStyleCnt="6" custScaleX="142629" custRadScaleRad="92237" custRadScaleInc="-74512">
        <dgm:presLayoutVars>
          <dgm:bulletEnabled val="1"/>
        </dgm:presLayoutVars>
      </dgm:prSet>
      <dgm:spPr/>
    </dgm:pt>
    <dgm:pt modelId="{609A07EB-64A0-427D-9ED3-E390069A8C05}" type="pres">
      <dgm:prSet presAssocID="{1990C8E0-08AB-4B4D-82EE-3F33DDD7C2A5}" presName="spNode" presStyleCnt="0"/>
      <dgm:spPr/>
    </dgm:pt>
    <dgm:pt modelId="{0FF799C6-5103-4634-AD89-3D41335D9830}" type="pres">
      <dgm:prSet presAssocID="{B7648E93-3E15-4AAD-AC5C-7E6F857B5BF8}" presName="sibTrans" presStyleLbl="sibTrans1D1" presStyleIdx="2" presStyleCnt="6"/>
      <dgm:spPr/>
    </dgm:pt>
    <dgm:pt modelId="{90E07DAB-C946-4A95-BF71-72CE2CD7DD82}" type="pres">
      <dgm:prSet presAssocID="{A3D2F2C3-A66C-4C6B-A7AB-8741FD663268}" presName="node" presStyleLbl="node1" presStyleIdx="3" presStyleCnt="6" custScaleX="120386" custRadScaleRad="66738" custRadScaleInc="-12627">
        <dgm:presLayoutVars>
          <dgm:bulletEnabled val="1"/>
        </dgm:presLayoutVars>
      </dgm:prSet>
      <dgm:spPr/>
    </dgm:pt>
    <dgm:pt modelId="{42E3DEA7-3D16-4A66-9B98-DBB2A81DC869}" type="pres">
      <dgm:prSet presAssocID="{A3D2F2C3-A66C-4C6B-A7AB-8741FD663268}" presName="spNode" presStyleCnt="0"/>
      <dgm:spPr/>
    </dgm:pt>
    <dgm:pt modelId="{3B164298-97B3-4A6E-9ACB-E6C0318600E1}" type="pres">
      <dgm:prSet presAssocID="{2002AF61-5E71-4CFB-B195-9EB219F534C6}" presName="sibTrans" presStyleLbl="sibTrans1D1" presStyleIdx="3" presStyleCnt="6"/>
      <dgm:spPr/>
    </dgm:pt>
    <dgm:pt modelId="{A4B6C767-D24A-46B5-86E2-89F60825918B}" type="pres">
      <dgm:prSet presAssocID="{CD98B630-2DD0-4D36-9F1D-10D4C860E88B}" presName="node" presStyleLbl="node1" presStyleIdx="4" presStyleCnt="6" custScaleX="147630" custRadScaleRad="88383" custRadScaleInc="92393">
        <dgm:presLayoutVars>
          <dgm:bulletEnabled val="1"/>
        </dgm:presLayoutVars>
      </dgm:prSet>
      <dgm:spPr/>
    </dgm:pt>
    <dgm:pt modelId="{CB5D5685-0EA2-485B-A2DF-F720439A8EEB}" type="pres">
      <dgm:prSet presAssocID="{CD98B630-2DD0-4D36-9F1D-10D4C860E88B}" presName="spNode" presStyleCnt="0"/>
      <dgm:spPr/>
    </dgm:pt>
    <dgm:pt modelId="{206F24F5-A07F-46D6-8368-3B392018E231}" type="pres">
      <dgm:prSet presAssocID="{5C15A693-5386-47D7-A9AE-F53763936801}" presName="sibTrans" presStyleLbl="sibTrans1D1" presStyleIdx="4" presStyleCnt="6"/>
      <dgm:spPr/>
    </dgm:pt>
    <dgm:pt modelId="{A5572140-B23F-4CDD-A6F0-E7EB022E4BEE}" type="pres">
      <dgm:prSet presAssocID="{83EC0CC5-44E5-4306-8259-F0F58BC8C355}" presName="node" presStyleLbl="node1" presStyleIdx="5" presStyleCnt="6">
        <dgm:presLayoutVars>
          <dgm:bulletEnabled val="1"/>
        </dgm:presLayoutVars>
      </dgm:prSet>
      <dgm:spPr/>
    </dgm:pt>
    <dgm:pt modelId="{3776D2A9-F16E-4988-8ABB-5605C37B0596}" type="pres">
      <dgm:prSet presAssocID="{83EC0CC5-44E5-4306-8259-F0F58BC8C355}" presName="spNode" presStyleCnt="0"/>
      <dgm:spPr/>
    </dgm:pt>
    <dgm:pt modelId="{7D5F8E7F-0171-4D6A-A224-C5FBE4021A16}" type="pres">
      <dgm:prSet presAssocID="{3EBB3641-DB16-4CB6-9B0D-F8FAE85A0CBA}" presName="sibTrans" presStyleLbl="sibTrans1D1" presStyleIdx="5" presStyleCnt="6"/>
      <dgm:spPr/>
    </dgm:pt>
  </dgm:ptLst>
  <dgm:cxnLst>
    <dgm:cxn modelId="{9E3ABB07-C874-4D3E-A075-F540924B0B4C}" srcId="{33A793B0-377B-467E-849A-5B38C307909D}" destId="{1990C8E0-08AB-4B4D-82EE-3F33DDD7C2A5}" srcOrd="2" destOrd="0" parTransId="{DB8F157A-3DE2-488A-A214-23BA3281CCDD}" sibTransId="{B7648E93-3E15-4AAD-AC5C-7E6F857B5BF8}"/>
    <dgm:cxn modelId="{1DF4B814-4B72-4BFD-95A4-CF2D3FDBB664}" srcId="{33A793B0-377B-467E-849A-5B38C307909D}" destId="{CD98B630-2DD0-4D36-9F1D-10D4C860E88B}" srcOrd="4" destOrd="0" parTransId="{54F4E834-E2FE-4F3E-A9C6-278D9335A2E5}" sibTransId="{5C15A693-5386-47D7-A9AE-F53763936801}"/>
    <dgm:cxn modelId="{E8BEEC14-3CF3-4B5E-84D7-7DF2A6746D9B}" type="presOf" srcId="{B7648E93-3E15-4AAD-AC5C-7E6F857B5BF8}" destId="{0FF799C6-5103-4634-AD89-3D41335D9830}" srcOrd="0" destOrd="0" presId="urn:microsoft.com/office/officeart/2005/8/layout/cycle5"/>
    <dgm:cxn modelId="{CF173415-8C80-429F-A2B3-5B27DD0F2A56}" type="presOf" srcId="{2002AF61-5E71-4CFB-B195-9EB219F534C6}" destId="{3B164298-97B3-4A6E-9ACB-E6C0318600E1}" srcOrd="0" destOrd="0" presId="urn:microsoft.com/office/officeart/2005/8/layout/cycle5"/>
    <dgm:cxn modelId="{FBC25120-2654-4B01-95B6-188D78FB0863}" type="presOf" srcId="{A3D2F2C3-A66C-4C6B-A7AB-8741FD663268}" destId="{90E07DAB-C946-4A95-BF71-72CE2CD7DD82}" srcOrd="0" destOrd="0" presId="urn:microsoft.com/office/officeart/2005/8/layout/cycle5"/>
    <dgm:cxn modelId="{6BF8402D-7A70-42FF-BA5D-2EA63A7BC31D}" srcId="{33A793B0-377B-467E-849A-5B38C307909D}" destId="{A3D2F2C3-A66C-4C6B-A7AB-8741FD663268}" srcOrd="3" destOrd="0" parTransId="{E1E7A5C0-F571-4941-AE07-D6619A7529AE}" sibTransId="{2002AF61-5E71-4CFB-B195-9EB219F534C6}"/>
    <dgm:cxn modelId="{FBB9AC2F-CC70-4015-9167-7DDE7A692134}" type="presOf" srcId="{3EBB3641-DB16-4CB6-9B0D-F8FAE85A0CBA}" destId="{7D5F8E7F-0171-4D6A-A224-C5FBE4021A16}" srcOrd="0" destOrd="0" presId="urn:microsoft.com/office/officeart/2005/8/layout/cycle5"/>
    <dgm:cxn modelId="{3AD03D3A-83AC-4B53-A96F-F0B746F19EAD}" type="presOf" srcId="{00F68846-CF46-4470-9448-703BB93F0616}" destId="{D88F6BA4-F07C-4CDE-BA70-4E8C36A30F88}" srcOrd="0" destOrd="0" presId="urn:microsoft.com/office/officeart/2005/8/layout/cycle5"/>
    <dgm:cxn modelId="{A5776869-97C1-46B6-A554-B174C3C35143}" type="presOf" srcId="{1990C8E0-08AB-4B4D-82EE-3F33DDD7C2A5}" destId="{36CAF5C0-A606-47BB-93F2-BE8A8A498A43}" srcOrd="0" destOrd="0" presId="urn:microsoft.com/office/officeart/2005/8/layout/cycle5"/>
    <dgm:cxn modelId="{0D93EE49-56FE-413B-85DA-6BADFA0B3962}" type="presOf" srcId="{87900856-73F1-43E5-9E23-892076FBF86A}" destId="{89B7FA02-C5BF-42EA-A144-E96D7EE474A1}" srcOrd="0" destOrd="0" presId="urn:microsoft.com/office/officeart/2005/8/layout/cycle5"/>
    <dgm:cxn modelId="{880A2D77-84B3-48E2-874A-EB4035DA2986}" type="presOf" srcId="{CD98B630-2DD0-4D36-9F1D-10D4C860E88B}" destId="{A4B6C767-D24A-46B5-86E2-89F60825918B}" srcOrd="0" destOrd="0" presId="urn:microsoft.com/office/officeart/2005/8/layout/cycle5"/>
    <dgm:cxn modelId="{F7B72C8C-76EF-4B3D-AAB9-38BF2AEF60E8}" type="presOf" srcId="{5C15A693-5386-47D7-A9AE-F53763936801}" destId="{206F24F5-A07F-46D6-8368-3B392018E231}" srcOrd="0" destOrd="0" presId="urn:microsoft.com/office/officeart/2005/8/layout/cycle5"/>
    <dgm:cxn modelId="{66863194-2A94-4B73-8192-AD70E85C29CA}" type="presOf" srcId="{C14A2D23-8295-40C1-92A6-B67D5EDD2229}" destId="{74A8295A-6FCE-4FA4-B259-B5CD11A30B2A}" srcOrd="0" destOrd="0" presId="urn:microsoft.com/office/officeart/2005/8/layout/cycle5"/>
    <dgm:cxn modelId="{2979539D-E173-485D-9CA5-8DA5460E11C6}" type="presOf" srcId="{83EC0CC5-44E5-4306-8259-F0F58BC8C355}" destId="{A5572140-B23F-4CDD-A6F0-E7EB022E4BEE}" srcOrd="0" destOrd="0" presId="urn:microsoft.com/office/officeart/2005/8/layout/cycle5"/>
    <dgm:cxn modelId="{A9A04DA1-15F5-4BF8-BE3D-64B5AD42D251}" type="presOf" srcId="{33A793B0-377B-467E-849A-5B38C307909D}" destId="{B89814C9-16E4-494B-8FD7-A648FCBCB4F1}" srcOrd="0" destOrd="0" presId="urn:microsoft.com/office/officeart/2005/8/layout/cycle5"/>
    <dgm:cxn modelId="{492CDBD0-686A-448C-BD4E-AC82EEF04151}" srcId="{33A793B0-377B-467E-849A-5B38C307909D}" destId="{C14A2D23-8295-40C1-92A6-B67D5EDD2229}" srcOrd="1" destOrd="0" parTransId="{E6A1200E-4139-4C49-881D-16084DA97A20}" sibTransId="{87900856-73F1-43E5-9E23-892076FBF86A}"/>
    <dgm:cxn modelId="{A61624E3-EFBD-4B5C-95B3-BC7F722DF406}" srcId="{33A793B0-377B-467E-849A-5B38C307909D}" destId="{83EC0CC5-44E5-4306-8259-F0F58BC8C355}" srcOrd="5" destOrd="0" parTransId="{A12771C7-3465-4C29-8C91-9DB7D6AC70DA}" sibTransId="{3EBB3641-DB16-4CB6-9B0D-F8FAE85A0CBA}"/>
    <dgm:cxn modelId="{CC84EBE7-B4EC-4560-9C31-7E200F91BE6B}" srcId="{33A793B0-377B-467E-849A-5B38C307909D}" destId="{F0BF12CB-1EC2-453A-A1CE-5A68777199E0}" srcOrd="0" destOrd="0" parTransId="{CB873F34-B831-4B33-95CD-9F4F098CE2C9}" sibTransId="{00F68846-CF46-4470-9448-703BB93F0616}"/>
    <dgm:cxn modelId="{4B0470F1-AD51-4917-87EE-D6F5B835BCD7}" type="presOf" srcId="{F0BF12CB-1EC2-453A-A1CE-5A68777199E0}" destId="{B4612837-37DB-447C-BC94-08667BCC1C31}" srcOrd="0" destOrd="0" presId="urn:microsoft.com/office/officeart/2005/8/layout/cycle5"/>
    <dgm:cxn modelId="{3A4CFCE1-D164-4191-95E4-93798DA2B15E}" type="presParOf" srcId="{B89814C9-16E4-494B-8FD7-A648FCBCB4F1}" destId="{B4612837-37DB-447C-BC94-08667BCC1C31}" srcOrd="0" destOrd="0" presId="urn:microsoft.com/office/officeart/2005/8/layout/cycle5"/>
    <dgm:cxn modelId="{7C628126-4FC9-4CA1-8B21-F88E4BC0638F}" type="presParOf" srcId="{B89814C9-16E4-494B-8FD7-A648FCBCB4F1}" destId="{914FAC77-95BE-4EF7-B3B9-117A17542A9C}" srcOrd="1" destOrd="0" presId="urn:microsoft.com/office/officeart/2005/8/layout/cycle5"/>
    <dgm:cxn modelId="{19D49245-2652-4159-ADAC-DEC2CCCF5C4B}" type="presParOf" srcId="{B89814C9-16E4-494B-8FD7-A648FCBCB4F1}" destId="{D88F6BA4-F07C-4CDE-BA70-4E8C36A30F88}" srcOrd="2" destOrd="0" presId="urn:microsoft.com/office/officeart/2005/8/layout/cycle5"/>
    <dgm:cxn modelId="{B6947156-E83D-496F-B731-14F83ED928D9}" type="presParOf" srcId="{B89814C9-16E4-494B-8FD7-A648FCBCB4F1}" destId="{74A8295A-6FCE-4FA4-B259-B5CD11A30B2A}" srcOrd="3" destOrd="0" presId="urn:microsoft.com/office/officeart/2005/8/layout/cycle5"/>
    <dgm:cxn modelId="{7A76A149-D092-433E-A151-D719DD7BD5FA}" type="presParOf" srcId="{B89814C9-16E4-494B-8FD7-A648FCBCB4F1}" destId="{603BDF71-88F4-4C0F-8925-24023ACA0E97}" srcOrd="4" destOrd="0" presId="urn:microsoft.com/office/officeart/2005/8/layout/cycle5"/>
    <dgm:cxn modelId="{24CEFA3E-AE93-4448-BD58-B1C983B67E99}" type="presParOf" srcId="{B89814C9-16E4-494B-8FD7-A648FCBCB4F1}" destId="{89B7FA02-C5BF-42EA-A144-E96D7EE474A1}" srcOrd="5" destOrd="0" presId="urn:microsoft.com/office/officeart/2005/8/layout/cycle5"/>
    <dgm:cxn modelId="{B3DEABA5-F451-454C-A38E-6E4D3F12187F}" type="presParOf" srcId="{B89814C9-16E4-494B-8FD7-A648FCBCB4F1}" destId="{36CAF5C0-A606-47BB-93F2-BE8A8A498A43}" srcOrd="6" destOrd="0" presId="urn:microsoft.com/office/officeart/2005/8/layout/cycle5"/>
    <dgm:cxn modelId="{F3B97513-43AE-4A9B-899C-955F2CAB2ECE}" type="presParOf" srcId="{B89814C9-16E4-494B-8FD7-A648FCBCB4F1}" destId="{609A07EB-64A0-427D-9ED3-E390069A8C05}" srcOrd="7" destOrd="0" presId="urn:microsoft.com/office/officeart/2005/8/layout/cycle5"/>
    <dgm:cxn modelId="{5279E47E-8BF5-4F9A-8B30-3145065E9E9B}" type="presParOf" srcId="{B89814C9-16E4-494B-8FD7-A648FCBCB4F1}" destId="{0FF799C6-5103-4634-AD89-3D41335D9830}" srcOrd="8" destOrd="0" presId="urn:microsoft.com/office/officeart/2005/8/layout/cycle5"/>
    <dgm:cxn modelId="{DE75103E-2C8B-44ED-A6D4-8C95B8706E26}" type="presParOf" srcId="{B89814C9-16E4-494B-8FD7-A648FCBCB4F1}" destId="{90E07DAB-C946-4A95-BF71-72CE2CD7DD82}" srcOrd="9" destOrd="0" presId="urn:microsoft.com/office/officeart/2005/8/layout/cycle5"/>
    <dgm:cxn modelId="{9351DBF8-6D25-4CAA-A217-EFF30102A7E1}" type="presParOf" srcId="{B89814C9-16E4-494B-8FD7-A648FCBCB4F1}" destId="{42E3DEA7-3D16-4A66-9B98-DBB2A81DC869}" srcOrd="10" destOrd="0" presId="urn:microsoft.com/office/officeart/2005/8/layout/cycle5"/>
    <dgm:cxn modelId="{A06A2911-20E5-488B-904F-3872CE4D0C18}" type="presParOf" srcId="{B89814C9-16E4-494B-8FD7-A648FCBCB4F1}" destId="{3B164298-97B3-4A6E-9ACB-E6C0318600E1}" srcOrd="11" destOrd="0" presId="urn:microsoft.com/office/officeart/2005/8/layout/cycle5"/>
    <dgm:cxn modelId="{A11D1C6B-6950-4B32-8A58-E1D09E1699BA}" type="presParOf" srcId="{B89814C9-16E4-494B-8FD7-A648FCBCB4F1}" destId="{A4B6C767-D24A-46B5-86E2-89F60825918B}" srcOrd="12" destOrd="0" presId="urn:microsoft.com/office/officeart/2005/8/layout/cycle5"/>
    <dgm:cxn modelId="{1A9B5385-9C85-4A70-9119-C4FEDA3F6740}" type="presParOf" srcId="{B89814C9-16E4-494B-8FD7-A648FCBCB4F1}" destId="{CB5D5685-0EA2-485B-A2DF-F720439A8EEB}" srcOrd="13" destOrd="0" presId="urn:microsoft.com/office/officeart/2005/8/layout/cycle5"/>
    <dgm:cxn modelId="{69A797A3-5A0F-45C0-8D1E-0B69F137178A}" type="presParOf" srcId="{B89814C9-16E4-494B-8FD7-A648FCBCB4F1}" destId="{206F24F5-A07F-46D6-8368-3B392018E231}" srcOrd="14" destOrd="0" presId="urn:microsoft.com/office/officeart/2005/8/layout/cycle5"/>
    <dgm:cxn modelId="{074BAF60-7B39-4993-A102-51F0A562315D}" type="presParOf" srcId="{B89814C9-16E4-494B-8FD7-A648FCBCB4F1}" destId="{A5572140-B23F-4CDD-A6F0-E7EB022E4BEE}" srcOrd="15" destOrd="0" presId="urn:microsoft.com/office/officeart/2005/8/layout/cycle5"/>
    <dgm:cxn modelId="{A44FF188-9A70-4320-8E72-346FFB2FDA32}" type="presParOf" srcId="{B89814C9-16E4-494B-8FD7-A648FCBCB4F1}" destId="{3776D2A9-F16E-4988-8ABB-5605C37B0596}" srcOrd="16" destOrd="0" presId="urn:microsoft.com/office/officeart/2005/8/layout/cycle5"/>
    <dgm:cxn modelId="{5B8DA0DF-275E-4968-BCB4-4F33314957B7}" type="presParOf" srcId="{B89814C9-16E4-494B-8FD7-A648FCBCB4F1}" destId="{7D5F8E7F-0171-4D6A-A224-C5FBE4021A16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A793B0-377B-467E-849A-5B38C307909D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0BF12CB-1EC2-453A-A1CE-5A68777199E0}">
      <dgm:prSet phldrT="[Текст]" phldr="0" custT="1"/>
      <dgm:spPr/>
      <dgm:t>
        <a:bodyPr/>
        <a:lstStyle/>
        <a:p>
          <a:r>
            <a:rPr lang="ru-RU" sz="1800" dirty="0"/>
            <a:t>Разработка</a:t>
          </a:r>
          <a:endParaRPr lang="ru-RU" sz="1600" dirty="0"/>
        </a:p>
      </dgm:t>
    </dgm:pt>
    <dgm:pt modelId="{CB873F34-B831-4B33-95CD-9F4F098CE2C9}" type="parTrans" cxnId="{CC84EBE7-B4EC-4560-9C31-7E200F91BE6B}">
      <dgm:prSet/>
      <dgm:spPr/>
      <dgm:t>
        <a:bodyPr/>
        <a:lstStyle/>
        <a:p>
          <a:endParaRPr lang="ru-RU"/>
        </a:p>
      </dgm:t>
    </dgm:pt>
    <dgm:pt modelId="{00F68846-CF46-4470-9448-703BB93F0616}" type="sibTrans" cxnId="{CC84EBE7-B4EC-4560-9C31-7E200F91BE6B}">
      <dgm:prSet/>
      <dgm:spPr/>
      <dgm:t>
        <a:bodyPr/>
        <a:lstStyle/>
        <a:p>
          <a:endParaRPr lang="ru-RU"/>
        </a:p>
      </dgm:t>
    </dgm:pt>
    <dgm:pt modelId="{C14A2D23-8295-40C1-92A6-B67D5EDD2229}">
      <dgm:prSet phldrT="[Текст]" phldr="0" custT="1"/>
      <dgm:spPr/>
      <dgm:t>
        <a:bodyPr/>
        <a:lstStyle/>
        <a:p>
          <a:r>
            <a:rPr lang="ru-RU" sz="1400" dirty="0"/>
            <a:t>Тестирование</a:t>
          </a:r>
          <a:endParaRPr lang="ru-RU" sz="1200" dirty="0"/>
        </a:p>
      </dgm:t>
    </dgm:pt>
    <dgm:pt modelId="{E6A1200E-4139-4C49-881D-16084DA97A20}" type="parTrans" cxnId="{492CDBD0-686A-448C-BD4E-AC82EEF04151}">
      <dgm:prSet/>
      <dgm:spPr/>
      <dgm:t>
        <a:bodyPr/>
        <a:lstStyle/>
        <a:p>
          <a:endParaRPr lang="ru-RU"/>
        </a:p>
      </dgm:t>
    </dgm:pt>
    <dgm:pt modelId="{87900856-73F1-43E5-9E23-892076FBF86A}" type="sibTrans" cxnId="{492CDBD0-686A-448C-BD4E-AC82EEF04151}">
      <dgm:prSet/>
      <dgm:spPr/>
      <dgm:t>
        <a:bodyPr/>
        <a:lstStyle/>
        <a:p>
          <a:endParaRPr lang="ru-RU"/>
        </a:p>
      </dgm:t>
    </dgm:pt>
    <dgm:pt modelId="{1990C8E0-08AB-4B4D-82EE-3F33DDD7C2A5}">
      <dgm:prSet phldrT="[Текст]" phldr="0" custT="1"/>
      <dgm:spPr/>
      <dgm:t>
        <a:bodyPr/>
        <a:lstStyle/>
        <a:p>
          <a:r>
            <a:rPr lang="ru-RU" sz="2400" dirty="0"/>
            <a:t>Проварка</a:t>
          </a:r>
          <a:endParaRPr lang="ru-RU" sz="1900" dirty="0"/>
        </a:p>
      </dgm:t>
    </dgm:pt>
    <dgm:pt modelId="{DB8F157A-3DE2-488A-A214-23BA3281CCDD}" type="parTrans" cxnId="{9E3ABB07-C874-4D3E-A075-F540924B0B4C}">
      <dgm:prSet/>
      <dgm:spPr/>
      <dgm:t>
        <a:bodyPr/>
        <a:lstStyle/>
        <a:p>
          <a:endParaRPr lang="ru-RU"/>
        </a:p>
      </dgm:t>
    </dgm:pt>
    <dgm:pt modelId="{B7648E93-3E15-4AAD-AC5C-7E6F857B5BF8}" type="sibTrans" cxnId="{9E3ABB07-C874-4D3E-A075-F540924B0B4C}">
      <dgm:prSet/>
      <dgm:spPr/>
      <dgm:t>
        <a:bodyPr/>
        <a:lstStyle/>
        <a:p>
          <a:endParaRPr lang="ru-RU"/>
        </a:p>
      </dgm:t>
    </dgm:pt>
    <dgm:pt modelId="{CD98B630-2DD0-4D36-9F1D-10D4C860E88B}">
      <dgm:prSet phldrT="[Текст]" phldr="0"/>
      <dgm:spPr/>
      <dgm:t>
        <a:bodyPr/>
        <a:lstStyle/>
        <a:p>
          <a:r>
            <a:rPr lang="ru-RU" dirty="0"/>
            <a:t>Планирование</a:t>
          </a:r>
        </a:p>
      </dgm:t>
    </dgm:pt>
    <dgm:pt modelId="{54F4E834-E2FE-4F3E-A9C6-278D9335A2E5}" type="parTrans" cxnId="{1DF4B814-4B72-4BFD-95A4-CF2D3FDBB664}">
      <dgm:prSet/>
      <dgm:spPr/>
      <dgm:t>
        <a:bodyPr/>
        <a:lstStyle/>
        <a:p>
          <a:endParaRPr lang="ru-RU"/>
        </a:p>
      </dgm:t>
    </dgm:pt>
    <dgm:pt modelId="{5C15A693-5386-47D7-A9AE-F53763936801}" type="sibTrans" cxnId="{1DF4B814-4B72-4BFD-95A4-CF2D3FDBB664}">
      <dgm:prSet/>
      <dgm:spPr/>
      <dgm:t>
        <a:bodyPr/>
        <a:lstStyle/>
        <a:p>
          <a:endParaRPr lang="ru-RU"/>
        </a:p>
      </dgm:t>
    </dgm:pt>
    <dgm:pt modelId="{83EC0CC5-44E5-4306-8259-F0F58BC8C355}">
      <dgm:prSet phldrT="[Текст]" phldr="0" custT="1"/>
      <dgm:spPr/>
      <dgm:t>
        <a:bodyPr/>
        <a:lstStyle/>
        <a:p>
          <a:r>
            <a:rPr lang="ru-RU" sz="2000" dirty="0"/>
            <a:t>Дизайн</a:t>
          </a:r>
          <a:endParaRPr lang="ru-RU" sz="1200" dirty="0"/>
        </a:p>
      </dgm:t>
    </dgm:pt>
    <dgm:pt modelId="{A12771C7-3465-4C29-8C91-9DB7D6AC70DA}" type="parTrans" cxnId="{A61624E3-EFBD-4B5C-95B3-BC7F722DF406}">
      <dgm:prSet/>
      <dgm:spPr/>
      <dgm:t>
        <a:bodyPr/>
        <a:lstStyle/>
        <a:p>
          <a:endParaRPr lang="ru-RU"/>
        </a:p>
      </dgm:t>
    </dgm:pt>
    <dgm:pt modelId="{3EBB3641-DB16-4CB6-9B0D-F8FAE85A0CBA}" type="sibTrans" cxnId="{A61624E3-EFBD-4B5C-95B3-BC7F722DF406}">
      <dgm:prSet/>
      <dgm:spPr/>
      <dgm:t>
        <a:bodyPr/>
        <a:lstStyle/>
        <a:p>
          <a:endParaRPr lang="ru-RU"/>
        </a:p>
      </dgm:t>
    </dgm:pt>
    <dgm:pt modelId="{A3D2F2C3-A66C-4C6B-A7AB-8741FD663268}">
      <dgm:prSet phldrT="[Текст]" phldr="0" custT="1"/>
      <dgm:spPr/>
      <dgm:t>
        <a:bodyPr/>
        <a:lstStyle/>
        <a:p>
          <a:r>
            <a:rPr lang="ru-RU" sz="2800" dirty="0"/>
            <a:t>Запуск</a:t>
          </a:r>
        </a:p>
      </dgm:t>
    </dgm:pt>
    <dgm:pt modelId="{E1E7A5C0-F571-4941-AE07-D6619A7529AE}" type="parTrans" cxnId="{6BF8402D-7A70-42FF-BA5D-2EA63A7BC31D}">
      <dgm:prSet/>
      <dgm:spPr/>
      <dgm:t>
        <a:bodyPr/>
        <a:lstStyle/>
        <a:p>
          <a:endParaRPr lang="ru-RU"/>
        </a:p>
      </dgm:t>
    </dgm:pt>
    <dgm:pt modelId="{2002AF61-5E71-4CFB-B195-9EB219F534C6}" type="sibTrans" cxnId="{6BF8402D-7A70-42FF-BA5D-2EA63A7BC31D}">
      <dgm:prSet/>
      <dgm:spPr/>
      <dgm:t>
        <a:bodyPr/>
        <a:lstStyle/>
        <a:p>
          <a:endParaRPr lang="ru-RU"/>
        </a:p>
      </dgm:t>
    </dgm:pt>
    <dgm:pt modelId="{B89814C9-16E4-494B-8FD7-A648FCBCB4F1}" type="pres">
      <dgm:prSet presAssocID="{33A793B0-377B-467E-849A-5B38C307909D}" presName="cycle" presStyleCnt="0">
        <dgm:presLayoutVars>
          <dgm:dir/>
          <dgm:resizeHandles val="exact"/>
        </dgm:presLayoutVars>
      </dgm:prSet>
      <dgm:spPr/>
    </dgm:pt>
    <dgm:pt modelId="{B4612837-37DB-447C-BC94-08667BCC1C31}" type="pres">
      <dgm:prSet presAssocID="{F0BF12CB-1EC2-453A-A1CE-5A68777199E0}" presName="node" presStyleLbl="node1" presStyleIdx="0" presStyleCnt="6" custScaleX="115885" custRadScaleRad="93139">
        <dgm:presLayoutVars>
          <dgm:bulletEnabled val="1"/>
        </dgm:presLayoutVars>
      </dgm:prSet>
      <dgm:spPr/>
    </dgm:pt>
    <dgm:pt modelId="{914FAC77-95BE-4EF7-B3B9-117A17542A9C}" type="pres">
      <dgm:prSet presAssocID="{F0BF12CB-1EC2-453A-A1CE-5A68777199E0}" presName="spNode" presStyleCnt="0"/>
      <dgm:spPr/>
    </dgm:pt>
    <dgm:pt modelId="{D88F6BA4-F07C-4CDE-BA70-4E8C36A30F88}" type="pres">
      <dgm:prSet presAssocID="{00F68846-CF46-4470-9448-703BB93F0616}" presName="sibTrans" presStyleLbl="sibTrans1D1" presStyleIdx="0" presStyleCnt="6"/>
      <dgm:spPr/>
    </dgm:pt>
    <dgm:pt modelId="{74A8295A-6FCE-4FA4-B259-B5CD11A30B2A}" type="pres">
      <dgm:prSet presAssocID="{C14A2D23-8295-40C1-92A6-B67D5EDD2229}" presName="node" presStyleLbl="node1" presStyleIdx="1" presStyleCnt="6" custScaleX="129294">
        <dgm:presLayoutVars>
          <dgm:bulletEnabled val="1"/>
        </dgm:presLayoutVars>
      </dgm:prSet>
      <dgm:spPr/>
    </dgm:pt>
    <dgm:pt modelId="{603BDF71-88F4-4C0F-8925-24023ACA0E97}" type="pres">
      <dgm:prSet presAssocID="{C14A2D23-8295-40C1-92A6-B67D5EDD2229}" presName="spNode" presStyleCnt="0"/>
      <dgm:spPr/>
    </dgm:pt>
    <dgm:pt modelId="{89B7FA02-C5BF-42EA-A144-E96D7EE474A1}" type="pres">
      <dgm:prSet presAssocID="{87900856-73F1-43E5-9E23-892076FBF86A}" presName="sibTrans" presStyleLbl="sibTrans1D1" presStyleIdx="1" presStyleCnt="6"/>
      <dgm:spPr/>
    </dgm:pt>
    <dgm:pt modelId="{36CAF5C0-A606-47BB-93F2-BE8A8A498A43}" type="pres">
      <dgm:prSet presAssocID="{1990C8E0-08AB-4B4D-82EE-3F33DDD7C2A5}" presName="node" presStyleLbl="node1" presStyleIdx="2" presStyleCnt="6" custScaleX="142629" custRadScaleRad="92237" custRadScaleInc="-74512">
        <dgm:presLayoutVars>
          <dgm:bulletEnabled val="1"/>
        </dgm:presLayoutVars>
      </dgm:prSet>
      <dgm:spPr/>
    </dgm:pt>
    <dgm:pt modelId="{609A07EB-64A0-427D-9ED3-E390069A8C05}" type="pres">
      <dgm:prSet presAssocID="{1990C8E0-08AB-4B4D-82EE-3F33DDD7C2A5}" presName="spNode" presStyleCnt="0"/>
      <dgm:spPr/>
    </dgm:pt>
    <dgm:pt modelId="{0FF799C6-5103-4634-AD89-3D41335D9830}" type="pres">
      <dgm:prSet presAssocID="{B7648E93-3E15-4AAD-AC5C-7E6F857B5BF8}" presName="sibTrans" presStyleLbl="sibTrans1D1" presStyleIdx="2" presStyleCnt="6"/>
      <dgm:spPr/>
    </dgm:pt>
    <dgm:pt modelId="{90E07DAB-C946-4A95-BF71-72CE2CD7DD82}" type="pres">
      <dgm:prSet presAssocID="{A3D2F2C3-A66C-4C6B-A7AB-8741FD663268}" presName="node" presStyleLbl="node1" presStyleIdx="3" presStyleCnt="6" custScaleX="120386" custRadScaleRad="66738" custRadScaleInc="-12627">
        <dgm:presLayoutVars>
          <dgm:bulletEnabled val="1"/>
        </dgm:presLayoutVars>
      </dgm:prSet>
      <dgm:spPr/>
    </dgm:pt>
    <dgm:pt modelId="{42E3DEA7-3D16-4A66-9B98-DBB2A81DC869}" type="pres">
      <dgm:prSet presAssocID="{A3D2F2C3-A66C-4C6B-A7AB-8741FD663268}" presName="spNode" presStyleCnt="0"/>
      <dgm:spPr/>
    </dgm:pt>
    <dgm:pt modelId="{3B164298-97B3-4A6E-9ACB-E6C0318600E1}" type="pres">
      <dgm:prSet presAssocID="{2002AF61-5E71-4CFB-B195-9EB219F534C6}" presName="sibTrans" presStyleLbl="sibTrans1D1" presStyleIdx="3" presStyleCnt="6"/>
      <dgm:spPr/>
    </dgm:pt>
    <dgm:pt modelId="{A4B6C767-D24A-46B5-86E2-89F60825918B}" type="pres">
      <dgm:prSet presAssocID="{CD98B630-2DD0-4D36-9F1D-10D4C860E88B}" presName="node" presStyleLbl="node1" presStyleIdx="4" presStyleCnt="6" custScaleX="147630" custRadScaleRad="88383" custRadScaleInc="92393">
        <dgm:presLayoutVars>
          <dgm:bulletEnabled val="1"/>
        </dgm:presLayoutVars>
      </dgm:prSet>
      <dgm:spPr/>
    </dgm:pt>
    <dgm:pt modelId="{CB5D5685-0EA2-485B-A2DF-F720439A8EEB}" type="pres">
      <dgm:prSet presAssocID="{CD98B630-2DD0-4D36-9F1D-10D4C860E88B}" presName="spNode" presStyleCnt="0"/>
      <dgm:spPr/>
    </dgm:pt>
    <dgm:pt modelId="{206F24F5-A07F-46D6-8368-3B392018E231}" type="pres">
      <dgm:prSet presAssocID="{5C15A693-5386-47D7-A9AE-F53763936801}" presName="sibTrans" presStyleLbl="sibTrans1D1" presStyleIdx="4" presStyleCnt="6"/>
      <dgm:spPr/>
    </dgm:pt>
    <dgm:pt modelId="{A5572140-B23F-4CDD-A6F0-E7EB022E4BEE}" type="pres">
      <dgm:prSet presAssocID="{83EC0CC5-44E5-4306-8259-F0F58BC8C355}" presName="node" presStyleLbl="node1" presStyleIdx="5" presStyleCnt="6">
        <dgm:presLayoutVars>
          <dgm:bulletEnabled val="1"/>
        </dgm:presLayoutVars>
      </dgm:prSet>
      <dgm:spPr/>
    </dgm:pt>
    <dgm:pt modelId="{3776D2A9-F16E-4988-8ABB-5605C37B0596}" type="pres">
      <dgm:prSet presAssocID="{83EC0CC5-44E5-4306-8259-F0F58BC8C355}" presName="spNode" presStyleCnt="0"/>
      <dgm:spPr/>
    </dgm:pt>
    <dgm:pt modelId="{7D5F8E7F-0171-4D6A-A224-C5FBE4021A16}" type="pres">
      <dgm:prSet presAssocID="{3EBB3641-DB16-4CB6-9B0D-F8FAE85A0CBA}" presName="sibTrans" presStyleLbl="sibTrans1D1" presStyleIdx="5" presStyleCnt="6"/>
      <dgm:spPr/>
    </dgm:pt>
  </dgm:ptLst>
  <dgm:cxnLst>
    <dgm:cxn modelId="{9E3ABB07-C874-4D3E-A075-F540924B0B4C}" srcId="{33A793B0-377B-467E-849A-5B38C307909D}" destId="{1990C8E0-08AB-4B4D-82EE-3F33DDD7C2A5}" srcOrd="2" destOrd="0" parTransId="{DB8F157A-3DE2-488A-A214-23BA3281CCDD}" sibTransId="{B7648E93-3E15-4AAD-AC5C-7E6F857B5BF8}"/>
    <dgm:cxn modelId="{1DF4B814-4B72-4BFD-95A4-CF2D3FDBB664}" srcId="{33A793B0-377B-467E-849A-5B38C307909D}" destId="{CD98B630-2DD0-4D36-9F1D-10D4C860E88B}" srcOrd="4" destOrd="0" parTransId="{54F4E834-E2FE-4F3E-A9C6-278D9335A2E5}" sibTransId="{5C15A693-5386-47D7-A9AE-F53763936801}"/>
    <dgm:cxn modelId="{E8BEEC14-3CF3-4B5E-84D7-7DF2A6746D9B}" type="presOf" srcId="{B7648E93-3E15-4AAD-AC5C-7E6F857B5BF8}" destId="{0FF799C6-5103-4634-AD89-3D41335D9830}" srcOrd="0" destOrd="0" presId="urn:microsoft.com/office/officeart/2005/8/layout/cycle5"/>
    <dgm:cxn modelId="{CF173415-8C80-429F-A2B3-5B27DD0F2A56}" type="presOf" srcId="{2002AF61-5E71-4CFB-B195-9EB219F534C6}" destId="{3B164298-97B3-4A6E-9ACB-E6C0318600E1}" srcOrd="0" destOrd="0" presId="urn:microsoft.com/office/officeart/2005/8/layout/cycle5"/>
    <dgm:cxn modelId="{FBC25120-2654-4B01-95B6-188D78FB0863}" type="presOf" srcId="{A3D2F2C3-A66C-4C6B-A7AB-8741FD663268}" destId="{90E07DAB-C946-4A95-BF71-72CE2CD7DD82}" srcOrd="0" destOrd="0" presId="urn:microsoft.com/office/officeart/2005/8/layout/cycle5"/>
    <dgm:cxn modelId="{6BF8402D-7A70-42FF-BA5D-2EA63A7BC31D}" srcId="{33A793B0-377B-467E-849A-5B38C307909D}" destId="{A3D2F2C3-A66C-4C6B-A7AB-8741FD663268}" srcOrd="3" destOrd="0" parTransId="{E1E7A5C0-F571-4941-AE07-D6619A7529AE}" sibTransId="{2002AF61-5E71-4CFB-B195-9EB219F534C6}"/>
    <dgm:cxn modelId="{FBB9AC2F-CC70-4015-9167-7DDE7A692134}" type="presOf" srcId="{3EBB3641-DB16-4CB6-9B0D-F8FAE85A0CBA}" destId="{7D5F8E7F-0171-4D6A-A224-C5FBE4021A16}" srcOrd="0" destOrd="0" presId="urn:microsoft.com/office/officeart/2005/8/layout/cycle5"/>
    <dgm:cxn modelId="{3AD03D3A-83AC-4B53-A96F-F0B746F19EAD}" type="presOf" srcId="{00F68846-CF46-4470-9448-703BB93F0616}" destId="{D88F6BA4-F07C-4CDE-BA70-4E8C36A30F88}" srcOrd="0" destOrd="0" presId="urn:microsoft.com/office/officeart/2005/8/layout/cycle5"/>
    <dgm:cxn modelId="{A5776869-97C1-46B6-A554-B174C3C35143}" type="presOf" srcId="{1990C8E0-08AB-4B4D-82EE-3F33DDD7C2A5}" destId="{36CAF5C0-A606-47BB-93F2-BE8A8A498A43}" srcOrd="0" destOrd="0" presId="urn:microsoft.com/office/officeart/2005/8/layout/cycle5"/>
    <dgm:cxn modelId="{0D93EE49-56FE-413B-85DA-6BADFA0B3962}" type="presOf" srcId="{87900856-73F1-43E5-9E23-892076FBF86A}" destId="{89B7FA02-C5BF-42EA-A144-E96D7EE474A1}" srcOrd="0" destOrd="0" presId="urn:microsoft.com/office/officeart/2005/8/layout/cycle5"/>
    <dgm:cxn modelId="{880A2D77-84B3-48E2-874A-EB4035DA2986}" type="presOf" srcId="{CD98B630-2DD0-4D36-9F1D-10D4C860E88B}" destId="{A4B6C767-D24A-46B5-86E2-89F60825918B}" srcOrd="0" destOrd="0" presId="urn:microsoft.com/office/officeart/2005/8/layout/cycle5"/>
    <dgm:cxn modelId="{F7B72C8C-76EF-4B3D-AAB9-38BF2AEF60E8}" type="presOf" srcId="{5C15A693-5386-47D7-A9AE-F53763936801}" destId="{206F24F5-A07F-46D6-8368-3B392018E231}" srcOrd="0" destOrd="0" presId="urn:microsoft.com/office/officeart/2005/8/layout/cycle5"/>
    <dgm:cxn modelId="{66863194-2A94-4B73-8192-AD70E85C29CA}" type="presOf" srcId="{C14A2D23-8295-40C1-92A6-B67D5EDD2229}" destId="{74A8295A-6FCE-4FA4-B259-B5CD11A30B2A}" srcOrd="0" destOrd="0" presId="urn:microsoft.com/office/officeart/2005/8/layout/cycle5"/>
    <dgm:cxn modelId="{2979539D-E173-485D-9CA5-8DA5460E11C6}" type="presOf" srcId="{83EC0CC5-44E5-4306-8259-F0F58BC8C355}" destId="{A5572140-B23F-4CDD-A6F0-E7EB022E4BEE}" srcOrd="0" destOrd="0" presId="urn:microsoft.com/office/officeart/2005/8/layout/cycle5"/>
    <dgm:cxn modelId="{A9A04DA1-15F5-4BF8-BE3D-64B5AD42D251}" type="presOf" srcId="{33A793B0-377B-467E-849A-5B38C307909D}" destId="{B89814C9-16E4-494B-8FD7-A648FCBCB4F1}" srcOrd="0" destOrd="0" presId="urn:microsoft.com/office/officeart/2005/8/layout/cycle5"/>
    <dgm:cxn modelId="{492CDBD0-686A-448C-BD4E-AC82EEF04151}" srcId="{33A793B0-377B-467E-849A-5B38C307909D}" destId="{C14A2D23-8295-40C1-92A6-B67D5EDD2229}" srcOrd="1" destOrd="0" parTransId="{E6A1200E-4139-4C49-881D-16084DA97A20}" sibTransId="{87900856-73F1-43E5-9E23-892076FBF86A}"/>
    <dgm:cxn modelId="{A61624E3-EFBD-4B5C-95B3-BC7F722DF406}" srcId="{33A793B0-377B-467E-849A-5B38C307909D}" destId="{83EC0CC5-44E5-4306-8259-F0F58BC8C355}" srcOrd="5" destOrd="0" parTransId="{A12771C7-3465-4C29-8C91-9DB7D6AC70DA}" sibTransId="{3EBB3641-DB16-4CB6-9B0D-F8FAE85A0CBA}"/>
    <dgm:cxn modelId="{CC84EBE7-B4EC-4560-9C31-7E200F91BE6B}" srcId="{33A793B0-377B-467E-849A-5B38C307909D}" destId="{F0BF12CB-1EC2-453A-A1CE-5A68777199E0}" srcOrd="0" destOrd="0" parTransId="{CB873F34-B831-4B33-95CD-9F4F098CE2C9}" sibTransId="{00F68846-CF46-4470-9448-703BB93F0616}"/>
    <dgm:cxn modelId="{4B0470F1-AD51-4917-87EE-D6F5B835BCD7}" type="presOf" srcId="{F0BF12CB-1EC2-453A-A1CE-5A68777199E0}" destId="{B4612837-37DB-447C-BC94-08667BCC1C31}" srcOrd="0" destOrd="0" presId="urn:microsoft.com/office/officeart/2005/8/layout/cycle5"/>
    <dgm:cxn modelId="{3A4CFCE1-D164-4191-95E4-93798DA2B15E}" type="presParOf" srcId="{B89814C9-16E4-494B-8FD7-A648FCBCB4F1}" destId="{B4612837-37DB-447C-BC94-08667BCC1C31}" srcOrd="0" destOrd="0" presId="urn:microsoft.com/office/officeart/2005/8/layout/cycle5"/>
    <dgm:cxn modelId="{7C628126-4FC9-4CA1-8B21-F88E4BC0638F}" type="presParOf" srcId="{B89814C9-16E4-494B-8FD7-A648FCBCB4F1}" destId="{914FAC77-95BE-4EF7-B3B9-117A17542A9C}" srcOrd="1" destOrd="0" presId="urn:microsoft.com/office/officeart/2005/8/layout/cycle5"/>
    <dgm:cxn modelId="{19D49245-2652-4159-ADAC-DEC2CCCF5C4B}" type="presParOf" srcId="{B89814C9-16E4-494B-8FD7-A648FCBCB4F1}" destId="{D88F6BA4-F07C-4CDE-BA70-4E8C36A30F88}" srcOrd="2" destOrd="0" presId="urn:microsoft.com/office/officeart/2005/8/layout/cycle5"/>
    <dgm:cxn modelId="{B6947156-E83D-496F-B731-14F83ED928D9}" type="presParOf" srcId="{B89814C9-16E4-494B-8FD7-A648FCBCB4F1}" destId="{74A8295A-6FCE-4FA4-B259-B5CD11A30B2A}" srcOrd="3" destOrd="0" presId="urn:microsoft.com/office/officeart/2005/8/layout/cycle5"/>
    <dgm:cxn modelId="{7A76A149-D092-433E-A151-D719DD7BD5FA}" type="presParOf" srcId="{B89814C9-16E4-494B-8FD7-A648FCBCB4F1}" destId="{603BDF71-88F4-4C0F-8925-24023ACA0E97}" srcOrd="4" destOrd="0" presId="urn:microsoft.com/office/officeart/2005/8/layout/cycle5"/>
    <dgm:cxn modelId="{24CEFA3E-AE93-4448-BD58-B1C983B67E99}" type="presParOf" srcId="{B89814C9-16E4-494B-8FD7-A648FCBCB4F1}" destId="{89B7FA02-C5BF-42EA-A144-E96D7EE474A1}" srcOrd="5" destOrd="0" presId="urn:microsoft.com/office/officeart/2005/8/layout/cycle5"/>
    <dgm:cxn modelId="{B3DEABA5-F451-454C-A38E-6E4D3F12187F}" type="presParOf" srcId="{B89814C9-16E4-494B-8FD7-A648FCBCB4F1}" destId="{36CAF5C0-A606-47BB-93F2-BE8A8A498A43}" srcOrd="6" destOrd="0" presId="urn:microsoft.com/office/officeart/2005/8/layout/cycle5"/>
    <dgm:cxn modelId="{F3B97513-43AE-4A9B-899C-955F2CAB2ECE}" type="presParOf" srcId="{B89814C9-16E4-494B-8FD7-A648FCBCB4F1}" destId="{609A07EB-64A0-427D-9ED3-E390069A8C05}" srcOrd="7" destOrd="0" presId="urn:microsoft.com/office/officeart/2005/8/layout/cycle5"/>
    <dgm:cxn modelId="{5279E47E-8BF5-4F9A-8B30-3145065E9E9B}" type="presParOf" srcId="{B89814C9-16E4-494B-8FD7-A648FCBCB4F1}" destId="{0FF799C6-5103-4634-AD89-3D41335D9830}" srcOrd="8" destOrd="0" presId="urn:microsoft.com/office/officeart/2005/8/layout/cycle5"/>
    <dgm:cxn modelId="{DE75103E-2C8B-44ED-A6D4-8C95B8706E26}" type="presParOf" srcId="{B89814C9-16E4-494B-8FD7-A648FCBCB4F1}" destId="{90E07DAB-C946-4A95-BF71-72CE2CD7DD82}" srcOrd="9" destOrd="0" presId="urn:microsoft.com/office/officeart/2005/8/layout/cycle5"/>
    <dgm:cxn modelId="{9351DBF8-6D25-4CAA-A217-EFF30102A7E1}" type="presParOf" srcId="{B89814C9-16E4-494B-8FD7-A648FCBCB4F1}" destId="{42E3DEA7-3D16-4A66-9B98-DBB2A81DC869}" srcOrd="10" destOrd="0" presId="urn:microsoft.com/office/officeart/2005/8/layout/cycle5"/>
    <dgm:cxn modelId="{A06A2911-20E5-488B-904F-3872CE4D0C18}" type="presParOf" srcId="{B89814C9-16E4-494B-8FD7-A648FCBCB4F1}" destId="{3B164298-97B3-4A6E-9ACB-E6C0318600E1}" srcOrd="11" destOrd="0" presId="urn:microsoft.com/office/officeart/2005/8/layout/cycle5"/>
    <dgm:cxn modelId="{A11D1C6B-6950-4B32-8A58-E1D09E1699BA}" type="presParOf" srcId="{B89814C9-16E4-494B-8FD7-A648FCBCB4F1}" destId="{A4B6C767-D24A-46B5-86E2-89F60825918B}" srcOrd="12" destOrd="0" presId="urn:microsoft.com/office/officeart/2005/8/layout/cycle5"/>
    <dgm:cxn modelId="{1A9B5385-9C85-4A70-9119-C4FEDA3F6740}" type="presParOf" srcId="{B89814C9-16E4-494B-8FD7-A648FCBCB4F1}" destId="{CB5D5685-0EA2-485B-A2DF-F720439A8EEB}" srcOrd="13" destOrd="0" presId="urn:microsoft.com/office/officeart/2005/8/layout/cycle5"/>
    <dgm:cxn modelId="{69A797A3-5A0F-45C0-8D1E-0B69F137178A}" type="presParOf" srcId="{B89814C9-16E4-494B-8FD7-A648FCBCB4F1}" destId="{206F24F5-A07F-46D6-8368-3B392018E231}" srcOrd="14" destOrd="0" presId="urn:microsoft.com/office/officeart/2005/8/layout/cycle5"/>
    <dgm:cxn modelId="{074BAF60-7B39-4993-A102-51F0A562315D}" type="presParOf" srcId="{B89814C9-16E4-494B-8FD7-A648FCBCB4F1}" destId="{A5572140-B23F-4CDD-A6F0-E7EB022E4BEE}" srcOrd="15" destOrd="0" presId="urn:microsoft.com/office/officeart/2005/8/layout/cycle5"/>
    <dgm:cxn modelId="{A44FF188-9A70-4320-8E72-346FFB2FDA32}" type="presParOf" srcId="{B89814C9-16E4-494B-8FD7-A648FCBCB4F1}" destId="{3776D2A9-F16E-4988-8ABB-5605C37B0596}" srcOrd="16" destOrd="0" presId="urn:microsoft.com/office/officeart/2005/8/layout/cycle5"/>
    <dgm:cxn modelId="{5B8DA0DF-275E-4968-BCB4-4F33314957B7}" type="presParOf" srcId="{B89814C9-16E4-494B-8FD7-A648FCBCB4F1}" destId="{7D5F8E7F-0171-4D6A-A224-C5FBE4021A16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FF148-0794-4809-B291-0DCFFBEEBDD5}">
      <dsp:nvSpPr>
        <dsp:cNvPr id="0" name=""/>
        <dsp:cNvSpPr/>
      </dsp:nvSpPr>
      <dsp:spPr>
        <a:xfrm>
          <a:off x="1239" y="5424"/>
          <a:ext cx="2030868" cy="812347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Анализ</a:t>
          </a:r>
          <a:endParaRPr lang="ru-RU" sz="1100" kern="1200" dirty="0"/>
        </a:p>
      </dsp:txBody>
      <dsp:txXfrm>
        <a:off x="1239" y="5424"/>
        <a:ext cx="1827781" cy="812347"/>
      </dsp:txXfrm>
    </dsp:sp>
    <dsp:sp modelId="{AD53D7B4-3099-4A8F-A445-5A723371B671}">
      <dsp:nvSpPr>
        <dsp:cNvPr id="0" name=""/>
        <dsp:cNvSpPr/>
      </dsp:nvSpPr>
      <dsp:spPr>
        <a:xfrm>
          <a:off x="1625934" y="5424"/>
          <a:ext cx="2030868" cy="8123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Проектирование</a:t>
          </a:r>
        </a:p>
      </dsp:txBody>
      <dsp:txXfrm>
        <a:off x="2032108" y="5424"/>
        <a:ext cx="1218521" cy="812347"/>
      </dsp:txXfrm>
    </dsp:sp>
    <dsp:sp modelId="{0520AD28-98B0-4E61-8DCB-5D1AF4A09CD9}">
      <dsp:nvSpPr>
        <dsp:cNvPr id="0" name=""/>
        <dsp:cNvSpPr/>
      </dsp:nvSpPr>
      <dsp:spPr>
        <a:xfrm>
          <a:off x="3250630" y="5424"/>
          <a:ext cx="2030868" cy="8123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Разработка</a:t>
          </a:r>
          <a:endParaRPr lang="ru-RU" sz="1100" kern="1200" dirty="0"/>
        </a:p>
      </dsp:txBody>
      <dsp:txXfrm>
        <a:off x="3656804" y="5424"/>
        <a:ext cx="1218521" cy="812347"/>
      </dsp:txXfrm>
    </dsp:sp>
    <dsp:sp modelId="{48FDB565-8F2B-490B-8FA1-D4850777B35B}">
      <dsp:nvSpPr>
        <dsp:cNvPr id="0" name=""/>
        <dsp:cNvSpPr/>
      </dsp:nvSpPr>
      <dsp:spPr>
        <a:xfrm>
          <a:off x="4875325" y="5424"/>
          <a:ext cx="2030868" cy="8123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Тестирование</a:t>
          </a:r>
          <a:endParaRPr lang="ru-RU" sz="1100" kern="1200" dirty="0"/>
        </a:p>
      </dsp:txBody>
      <dsp:txXfrm>
        <a:off x="5281499" y="5424"/>
        <a:ext cx="1218521" cy="812347"/>
      </dsp:txXfrm>
    </dsp:sp>
    <dsp:sp modelId="{10FAC578-4A41-4A7F-9E23-5D06CB38FBFB}">
      <dsp:nvSpPr>
        <dsp:cNvPr id="0" name=""/>
        <dsp:cNvSpPr/>
      </dsp:nvSpPr>
      <dsp:spPr>
        <a:xfrm>
          <a:off x="6500020" y="5424"/>
          <a:ext cx="2030868" cy="8123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Внедрение</a:t>
          </a:r>
          <a:endParaRPr lang="ru-RU" sz="1100" kern="1200" dirty="0"/>
        </a:p>
      </dsp:txBody>
      <dsp:txXfrm>
        <a:off x="6906194" y="5424"/>
        <a:ext cx="1218521" cy="812347"/>
      </dsp:txXfrm>
    </dsp:sp>
    <dsp:sp modelId="{8C7CCD39-B3E3-4DDA-849E-A578EEF3FF14}">
      <dsp:nvSpPr>
        <dsp:cNvPr id="0" name=""/>
        <dsp:cNvSpPr/>
      </dsp:nvSpPr>
      <dsp:spPr>
        <a:xfrm>
          <a:off x="8124715" y="5424"/>
          <a:ext cx="2030868" cy="8123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Поддержка</a:t>
          </a:r>
          <a:endParaRPr lang="ru-RU" sz="1100" kern="1200" dirty="0"/>
        </a:p>
      </dsp:txBody>
      <dsp:txXfrm>
        <a:off x="8530889" y="5424"/>
        <a:ext cx="1218521" cy="8123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12837-37DB-447C-BC94-08667BCC1C31}">
      <dsp:nvSpPr>
        <dsp:cNvPr id="0" name=""/>
        <dsp:cNvSpPr/>
      </dsp:nvSpPr>
      <dsp:spPr>
        <a:xfrm>
          <a:off x="2169822" y="123895"/>
          <a:ext cx="1360533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Разработка</a:t>
          </a:r>
          <a:endParaRPr lang="ru-RU" sz="1600" kern="1200" dirty="0"/>
        </a:p>
      </dsp:txBody>
      <dsp:txXfrm>
        <a:off x="2207075" y="161148"/>
        <a:ext cx="1286027" cy="688618"/>
      </dsp:txXfrm>
    </dsp:sp>
    <dsp:sp modelId="{D88F6BA4-F07C-4CDE-BA70-4E8C36A30F88}">
      <dsp:nvSpPr>
        <dsp:cNvPr id="0" name=""/>
        <dsp:cNvSpPr/>
      </dsp:nvSpPr>
      <dsp:spPr>
        <a:xfrm>
          <a:off x="1324369" y="603089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2328384" y="79721"/>
              </a:moveTo>
              <a:arcTo wR="1798807" hR="1798807" stAng="17227309" swAng="7333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A8295A-6FCE-4FA4-B259-B5CD11A30B2A}">
      <dsp:nvSpPr>
        <dsp:cNvPr id="0" name=""/>
        <dsp:cNvSpPr/>
      </dsp:nvSpPr>
      <dsp:spPr>
        <a:xfrm>
          <a:off x="3648922" y="899883"/>
          <a:ext cx="1517959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Тестирование</a:t>
          </a:r>
          <a:endParaRPr lang="ru-RU" sz="1200" kern="1200" dirty="0"/>
        </a:p>
      </dsp:txBody>
      <dsp:txXfrm>
        <a:off x="3686175" y="937136"/>
        <a:ext cx="1443453" cy="688618"/>
      </dsp:txXfrm>
    </dsp:sp>
    <dsp:sp modelId="{89B7FA02-C5BF-42EA-A144-E96D7EE474A1}">
      <dsp:nvSpPr>
        <dsp:cNvPr id="0" name=""/>
        <dsp:cNvSpPr/>
      </dsp:nvSpPr>
      <dsp:spPr>
        <a:xfrm>
          <a:off x="977127" y="-51085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3597370" y="1828471"/>
              </a:moveTo>
              <a:arcTo wR="1798807" hR="1798807" stAng="21656693" swAng="66062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AF5C0-A606-47BB-93F2-BE8A8A498A43}">
      <dsp:nvSpPr>
        <dsp:cNvPr id="0" name=""/>
        <dsp:cNvSpPr/>
      </dsp:nvSpPr>
      <dsp:spPr>
        <a:xfrm>
          <a:off x="3614728" y="2231440"/>
          <a:ext cx="1674517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Проварка</a:t>
          </a:r>
          <a:endParaRPr lang="ru-RU" sz="1900" kern="1200" dirty="0"/>
        </a:p>
      </dsp:txBody>
      <dsp:txXfrm>
        <a:off x="3651981" y="2268693"/>
        <a:ext cx="1600011" cy="688618"/>
      </dsp:txXfrm>
    </dsp:sp>
    <dsp:sp modelId="{0FF799C6-5103-4634-AD89-3D41335D9830}">
      <dsp:nvSpPr>
        <dsp:cNvPr id="0" name=""/>
        <dsp:cNvSpPr/>
      </dsp:nvSpPr>
      <dsp:spPr>
        <a:xfrm>
          <a:off x="1860153" y="-486464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2303894" y="3525247"/>
              </a:moveTo>
              <a:arcTo wR="1798807" hR="1798807" stAng="4421558" swAng="80659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07DAB-C946-4A95-BF71-72CE2CD7DD82}">
      <dsp:nvSpPr>
        <dsp:cNvPr id="0" name=""/>
        <dsp:cNvSpPr/>
      </dsp:nvSpPr>
      <dsp:spPr>
        <a:xfrm>
          <a:off x="2196297" y="2998609"/>
          <a:ext cx="1413376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Запуск</a:t>
          </a:r>
        </a:p>
      </dsp:txBody>
      <dsp:txXfrm>
        <a:off x="2233550" y="3035862"/>
        <a:ext cx="1338870" cy="688618"/>
      </dsp:txXfrm>
    </dsp:sp>
    <dsp:sp modelId="{3B164298-97B3-4A6E-9ACB-E6C0318600E1}">
      <dsp:nvSpPr>
        <dsp:cNvPr id="0" name=""/>
        <dsp:cNvSpPr/>
      </dsp:nvSpPr>
      <dsp:spPr>
        <a:xfrm>
          <a:off x="656905" y="-391120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1375878" y="3547189"/>
              </a:moveTo>
              <a:arcTo wR="1798807" hR="1798807" stAng="6215910" swAng="96977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6C767-D24A-46B5-86E2-89F60825918B}">
      <dsp:nvSpPr>
        <dsp:cNvPr id="0" name=""/>
        <dsp:cNvSpPr/>
      </dsp:nvSpPr>
      <dsp:spPr>
        <a:xfrm>
          <a:off x="425668" y="2116832"/>
          <a:ext cx="1733231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Планирование</a:t>
          </a:r>
        </a:p>
      </dsp:txBody>
      <dsp:txXfrm>
        <a:off x="462921" y="2154085"/>
        <a:ext cx="1658725" cy="688618"/>
      </dsp:txXfrm>
    </dsp:sp>
    <dsp:sp modelId="{206F24F5-A07F-46D6-8368-3B392018E231}">
      <dsp:nvSpPr>
        <dsp:cNvPr id="0" name=""/>
        <dsp:cNvSpPr/>
      </dsp:nvSpPr>
      <dsp:spPr>
        <a:xfrm>
          <a:off x="1105754" y="-414221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119548" y="2443631"/>
              </a:moveTo>
              <a:arcTo wR="1798807" hR="1798807" stAng="9539613" swAng="54526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572140-B23F-4CDD-A6F0-E7EB022E4BEE}">
      <dsp:nvSpPr>
        <dsp:cNvPr id="0" name=""/>
        <dsp:cNvSpPr/>
      </dsp:nvSpPr>
      <dsp:spPr>
        <a:xfrm>
          <a:off x="705257" y="899883"/>
          <a:ext cx="1174037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Дизайн</a:t>
          </a:r>
          <a:endParaRPr lang="ru-RU" sz="1200" kern="1200" dirty="0"/>
        </a:p>
      </dsp:txBody>
      <dsp:txXfrm>
        <a:off x="742510" y="937136"/>
        <a:ext cx="1099531" cy="688618"/>
      </dsp:txXfrm>
    </dsp:sp>
    <dsp:sp modelId="{7D5F8E7F-0171-4D6A-A224-C5FBE4021A16}">
      <dsp:nvSpPr>
        <dsp:cNvPr id="0" name=""/>
        <dsp:cNvSpPr/>
      </dsp:nvSpPr>
      <dsp:spPr>
        <a:xfrm>
          <a:off x="778193" y="603089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917279" y="230809"/>
              </a:moveTo>
              <a:arcTo wR="1798807" hR="1798807" stAng="14439319" swAng="7333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12837-37DB-447C-BC94-08667BCC1C31}">
      <dsp:nvSpPr>
        <dsp:cNvPr id="0" name=""/>
        <dsp:cNvSpPr/>
      </dsp:nvSpPr>
      <dsp:spPr>
        <a:xfrm>
          <a:off x="2169822" y="123895"/>
          <a:ext cx="1360533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Разработка</a:t>
          </a:r>
          <a:endParaRPr lang="ru-RU" sz="1600" kern="1200" dirty="0"/>
        </a:p>
      </dsp:txBody>
      <dsp:txXfrm>
        <a:off x="2207075" y="161148"/>
        <a:ext cx="1286027" cy="688618"/>
      </dsp:txXfrm>
    </dsp:sp>
    <dsp:sp modelId="{D88F6BA4-F07C-4CDE-BA70-4E8C36A30F88}">
      <dsp:nvSpPr>
        <dsp:cNvPr id="0" name=""/>
        <dsp:cNvSpPr/>
      </dsp:nvSpPr>
      <dsp:spPr>
        <a:xfrm>
          <a:off x="1324369" y="603089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2328384" y="79721"/>
              </a:moveTo>
              <a:arcTo wR="1798807" hR="1798807" stAng="17227309" swAng="7333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A8295A-6FCE-4FA4-B259-B5CD11A30B2A}">
      <dsp:nvSpPr>
        <dsp:cNvPr id="0" name=""/>
        <dsp:cNvSpPr/>
      </dsp:nvSpPr>
      <dsp:spPr>
        <a:xfrm>
          <a:off x="3648922" y="899883"/>
          <a:ext cx="1517959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Тестирование</a:t>
          </a:r>
          <a:endParaRPr lang="ru-RU" sz="1200" kern="1200" dirty="0"/>
        </a:p>
      </dsp:txBody>
      <dsp:txXfrm>
        <a:off x="3686175" y="937136"/>
        <a:ext cx="1443453" cy="688618"/>
      </dsp:txXfrm>
    </dsp:sp>
    <dsp:sp modelId="{89B7FA02-C5BF-42EA-A144-E96D7EE474A1}">
      <dsp:nvSpPr>
        <dsp:cNvPr id="0" name=""/>
        <dsp:cNvSpPr/>
      </dsp:nvSpPr>
      <dsp:spPr>
        <a:xfrm>
          <a:off x="977127" y="-51085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3597370" y="1828471"/>
              </a:moveTo>
              <a:arcTo wR="1798807" hR="1798807" stAng="21656693" swAng="66062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AF5C0-A606-47BB-93F2-BE8A8A498A43}">
      <dsp:nvSpPr>
        <dsp:cNvPr id="0" name=""/>
        <dsp:cNvSpPr/>
      </dsp:nvSpPr>
      <dsp:spPr>
        <a:xfrm>
          <a:off x="3614728" y="2231440"/>
          <a:ext cx="1674517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Проварка</a:t>
          </a:r>
          <a:endParaRPr lang="ru-RU" sz="1900" kern="1200" dirty="0"/>
        </a:p>
      </dsp:txBody>
      <dsp:txXfrm>
        <a:off x="3651981" y="2268693"/>
        <a:ext cx="1600011" cy="688618"/>
      </dsp:txXfrm>
    </dsp:sp>
    <dsp:sp modelId="{0FF799C6-5103-4634-AD89-3D41335D9830}">
      <dsp:nvSpPr>
        <dsp:cNvPr id="0" name=""/>
        <dsp:cNvSpPr/>
      </dsp:nvSpPr>
      <dsp:spPr>
        <a:xfrm>
          <a:off x="1860153" y="-486464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2303894" y="3525247"/>
              </a:moveTo>
              <a:arcTo wR="1798807" hR="1798807" stAng="4421558" swAng="80659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07DAB-C946-4A95-BF71-72CE2CD7DD82}">
      <dsp:nvSpPr>
        <dsp:cNvPr id="0" name=""/>
        <dsp:cNvSpPr/>
      </dsp:nvSpPr>
      <dsp:spPr>
        <a:xfrm>
          <a:off x="2196297" y="2998609"/>
          <a:ext cx="1413376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Запуск</a:t>
          </a:r>
        </a:p>
      </dsp:txBody>
      <dsp:txXfrm>
        <a:off x="2233550" y="3035862"/>
        <a:ext cx="1338870" cy="688618"/>
      </dsp:txXfrm>
    </dsp:sp>
    <dsp:sp modelId="{3B164298-97B3-4A6E-9ACB-E6C0318600E1}">
      <dsp:nvSpPr>
        <dsp:cNvPr id="0" name=""/>
        <dsp:cNvSpPr/>
      </dsp:nvSpPr>
      <dsp:spPr>
        <a:xfrm>
          <a:off x="656905" y="-391120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1375878" y="3547189"/>
              </a:moveTo>
              <a:arcTo wR="1798807" hR="1798807" stAng="6215910" swAng="96977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6C767-D24A-46B5-86E2-89F60825918B}">
      <dsp:nvSpPr>
        <dsp:cNvPr id="0" name=""/>
        <dsp:cNvSpPr/>
      </dsp:nvSpPr>
      <dsp:spPr>
        <a:xfrm>
          <a:off x="425668" y="2116832"/>
          <a:ext cx="1733231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Планирование</a:t>
          </a:r>
        </a:p>
      </dsp:txBody>
      <dsp:txXfrm>
        <a:off x="462921" y="2154085"/>
        <a:ext cx="1658725" cy="688618"/>
      </dsp:txXfrm>
    </dsp:sp>
    <dsp:sp modelId="{206F24F5-A07F-46D6-8368-3B392018E231}">
      <dsp:nvSpPr>
        <dsp:cNvPr id="0" name=""/>
        <dsp:cNvSpPr/>
      </dsp:nvSpPr>
      <dsp:spPr>
        <a:xfrm>
          <a:off x="1105754" y="-414221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119548" y="2443631"/>
              </a:moveTo>
              <a:arcTo wR="1798807" hR="1798807" stAng="9539613" swAng="54526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572140-B23F-4CDD-A6F0-E7EB022E4BEE}">
      <dsp:nvSpPr>
        <dsp:cNvPr id="0" name=""/>
        <dsp:cNvSpPr/>
      </dsp:nvSpPr>
      <dsp:spPr>
        <a:xfrm>
          <a:off x="705257" y="899883"/>
          <a:ext cx="1174037" cy="763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Дизайн</a:t>
          </a:r>
          <a:endParaRPr lang="ru-RU" sz="1200" kern="1200" dirty="0"/>
        </a:p>
      </dsp:txBody>
      <dsp:txXfrm>
        <a:off x="742510" y="937136"/>
        <a:ext cx="1099531" cy="688618"/>
      </dsp:txXfrm>
    </dsp:sp>
    <dsp:sp modelId="{7D5F8E7F-0171-4D6A-A224-C5FBE4021A16}">
      <dsp:nvSpPr>
        <dsp:cNvPr id="0" name=""/>
        <dsp:cNvSpPr/>
      </dsp:nvSpPr>
      <dsp:spPr>
        <a:xfrm>
          <a:off x="778193" y="603089"/>
          <a:ext cx="3597615" cy="3597615"/>
        </a:xfrm>
        <a:custGeom>
          <a:avLst/>
          <a:gdLst/>
          <a:ahLst/>
          <a:cxnLst/>
          <a:rect l="0" t="0" r="0" b="0"/>
          <a:pathLst>
            <a:path>
              <a:moveTo>
                <a:pt x="917279" y="230809"/>
              </a:moveTo>
              <a:arcTo wR="1798807" hR="1798807" stAng="14439319" swAng="7333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A443F-2D74-F053-7372-7F5DE71EA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2CAA64-681A-BD9C-2985-5826B227D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C0F230-2A8D-A406-2497-16AA08DC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2268C9-CE17-487D-EAE7-0702839E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763235-6666-ECA4-F951-7AB4C97E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07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A3DD8-18F3-C0A4-D387-D0F0D890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8C9C1C-5C61-1881-51C9-72A8AA7B3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422949-0297-FD06-CC8B-535C97DD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CEB4E1-52BC-760D-1F83-7248DEB5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7DC7E8-4C02-EFC2-AB6B-8E65A2EA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08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078E2-1B3F-13FD-1FBD-27C9874E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16A90E-7787-5831-B2E0-FFDB98AB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EDACF-8663-DEB4-1FC0-85380780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5CCE9E-6EF7-6DCF-A95C-D98CD1ED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89A1A-664C-8CC2-D06F-1957C57D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89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1A5D6-B33E-FA1E-0CAA-C38F3E08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C58FC-1192-B9E7-04F3-FF7DB6746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0E0747-45A8-47F1-01DD-FC03ACE81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D65BCF-FF1C-6B3B-F882-873EFC59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51B0C8-97C6-5AC8-AF50-6BB56E799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012B2E-7335-8A8B-BC88-6502F198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86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2D0E0-CF0D-1138-2D43-94E45F22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79CEC5-8CFB-4979-C97F-08F24898F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2C5035-1A31-85E4-B0D1-17F7A407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56E226-1B2C-5D7B-9B6A-CC0ADBE84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18445C-060A-B40B-F455-0F1AFF28E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515EAB-ECC3-B5AF-6FCA-7925FF19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138290-BAC2-AB82-F8AF-DC237E3C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8DA6F3-70AC-F73A-6C14-61059F86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39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F51A9-9C1E-C5A1-FBBE-FF88AEA7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38B723-FB46-A481-96C6-4E09C81F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17E911-7412-385F-2DAC-828F7BAD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C7119F-4507-A0AA-AFBD-87EFABEA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19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D4E489-EB7A-F89B-AB8E-5BB7A2A1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9AB957-5B51-8EA9-D8C3-2D999B5F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BEB223-D1FE-827F-0097-E314F3D6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9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9E26E-3B83-AF8D-DB31-C4765C31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664D11-2917-B3DF-4CA9-A3E2B687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F79056-6124-40CB-DFFB-E676AB063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322E5A-0F81-00A1-BA9C-6EBEED9E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A60000-1546-B3AB-0989-9B08ADBC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F1EE0-127A-7202-DFD0-6D239420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97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C15A9-420C-9A3A-7F64-D0167873E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540A4E-81EB-FB84-C344-0298EB12CD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ABB3A5-238F-EF1E-3BEE-1BC1DC53F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CF2AE0-7E56-3565-9BBE-030AEAE8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4747AA-2F0F-778A-3293-1C3BE6EB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DD4BBE-AF1E-26C1-2111-87B27780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6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72961-EEB1-1F9E-B209-FA82BA37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68035D-6C42-ED9F-C799-31CB9641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DA9D9C-5E89-1160-B887-4911C687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453ED1-8ED2-0092-4B24-FED175F4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4FABEC-CF0F-5C2F-DB1D-D1C74555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82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1CA83A-7A6E-231F-6F08-66FA01C47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E59EC8-5EBA-15F3-192F-520877D87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4DC281-0CA2-ED77-0283-CAB955A9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DDFAA-7826-59A7-144A-3EC99616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F732E4-28B5-7AEE-3651-E4CE71E5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48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88CB0-7F13-C555-09AB-284C876B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F16D0D-67A7-3426-1A91-8466DF564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A6EAD4-09FA-11F9-9B29-03B7C15D4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47E1F-2830-4D7E-A26D-E0F19E9EA082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90272B-9FE8-CD34-31DF-527DE6807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B12846-5FBA-7C1E-98A9-70F463D1B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39998-A96C-4DED-B044-6B0B74FA2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13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70C91A-B334-2B25-D9C4-56B1E2B02C88}"/>
              </a:ext>
            </a:extLst>
          </p:cNvPr>
          <p:cNvSpPr txBox="1"/>
          <p:nvPr/>
        </p:nvSpPr>
        <p:spPr>
          <a:xfrm>
            <a:off x="209550" y="2084784"/>
            <a:ext cx="74622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>
                <a:solidFill>
                  <a:schemeClr val="bg1"/>
                </a:solidFill>
                <a:effectLst/>
                <a:latin typeface="Moscow Sans Regular" panose="020B0503030702020504" pitchFamily="34" charset="-52"/>
                <a:cs typeface="Mongolian Baiti" panose="03000500000000000000" pitchFamily="66" charset="0"/>
              </a:rPr>
              <a:t>Методология</a:t>
            </a:r>
            <a:br>
              <a:rPr lang="ru-RU" sz="7200" b="1" dirty="0">
                <a:solidFill>
                  <a:schemeClr val="bg1"/>
                </a:solidFill>
                <a:latin typeface="Moscow Sans Regular" panose="020B0503030702020504" pitchFamily="34" charset="-52"/>
                <a:cs typeface="Mongolian Baiti" panose="03000500000000000000" pitchFamily="66" charset="0"/>
              </a:rPr>
            </a:br>
            <a:r>
              <a:rPr lang="ru-RU" sz="7200" b="1" dirty="0">
                <a:solidFill>
                  <a:schemeClr val="bg1"/>
                </a:solidFill>
                <a:effectLst/>
                <a:latin typeface="Moscow Sans Regular" panose="020B0503030702020504" pitchFamily="34" charset="-52"/>
                <a:cs typeface="Mongolian Baiti" panose="03000500000000000000" pitchFamily="66" charset="0"/>
              </a:rPr>
              <a:t>проектирования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28BD7BB-2DFF-1F67-6594-C0D849D090E5}"/>
              </a:ext>
            </a:extLst>
          </p:cNvPr>
          <p:cNvSpPr txBox="1">
            <a:spLocks/>
          </p:cNvSpPr>
          <p:nvPr/>
        </p:nvSpPr>
        <p:spPr>
          <a:xfrm>
            <a:off x="209550" y="4393108"/>
            <a:ext cx="9418320" cy="169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E3E6EB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Вербицкий Сергей Сергеевич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E3E6EB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03-1ИСП24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E3E6EB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ГБПОУ «Технологический колледж № 34»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E3E6EB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F80AC-6726-1F53-E9CA-ACBC9C5F53B5}"/>
              </a:ext>
            </a:extLst>
          </p:cNvPr>
          <p:cNvSpPr txBox="1"/>
          <p:nvPr/>
        </p:nvSpPr>
        <p:spPr>
          <a:xfrm>
            <a:off x="209550" y="6084748"/>
            <a:ext cx="10213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ru-RU" sz="1600" b="1" dirty="0">
                <a:solidFill>
                  <a:prstClr val="white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МДК.06.01 Внедрение, инженерно-техническая поддержка</a:t>
            </a:r>
            <a:endParaRPr lang="en-US" sz="1600" b="1" dirty="0">
              <a:solidFill>
                <a:prstClr val="white"/>
              </a:solidFill>
              <a:latin typeface="Moscow Sans Regular" panose="020B0503030702020504" pitchFamily="34" charset="-52"/>
              <a:cs typeface="Segoe UI" panose="020B0502040204020203" pitchFamily="34" charset="0"/>
            </a:endParaRPr>
          </a:p>
          <a:p>
            <a:pPr defTabSz="457200"/>
            <a:r>
              <a:rPr lang="ru-RU" sz="1600" b="1" dirty="0">
                <a:solidFill>
                  <a:prstClr val="white"/>
                </a:solidFill>
                <a:latin typeface="Moscow Sans Regular" panose="020B0503030702020504" pitchFamily="34" charset="-52"/>
                <a:cs typeface="Segoe UI" panose="020B0502040204020203" pitchFamily="34" charset="0"/>
              </a:rPr>
              <a:t>и функционирование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757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A8FD2FE-76AB-542F-C6E7-9D5B3087A7CE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F4428-A798-7C8A-165A-DD8513E58C53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Цель методологии и задачи презентации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F086C-4942-832F-9BB3-FDC91BDBCC67}"/>
              </a:ext>
            </a:extLst>
          </p:cNvPr>
          <p:cNvSpPr txBox="1"/>
          <p:nvPr/>
        </p:nvSpPr>
        <p:spPr>
          <a:xfrm>
            <a:off x="247651" y="1100352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Цель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6270FB-92BA-8735-289A-A436A83B9B6C}"/>
              </a:ext>
            </a:extLst>
          </p:cNvPr>
          <p:cNvSpPr txBox="1"/>
          <p:nvPr/>
        </p:nvSpPr>
        <p:spPr>
          <a:xfrm>
            <a:off x="247651" y="1474453"/>
            <a:ext cx="11696698" cy="22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•Сформировать системное инженерное мышление и освоить практический инструментарий, который позволяет выбирать, адаптировать и применять наиболее эффективные подходы для управления жизненным циклом проекта в условиях жестких ограничений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002D78-F14D-E8BF-BB2E-2A5ED1C85400}"/>
              </a:ext>
            </a:extLst>
          </p:cNvPr>
          <p:cNvSpPr txBox="1"/>
          <p:nvPr/>
        </p:nvSpPr>
        <p:spPr>
          <a:xfrm>
            <a:off x="247651" y="3835866"/>
            <a:ext cx="1547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Задачи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7E685-DDE8-22A6-BA9D-607D702DACA1}"/>
              </a:ext>
            </a:extLst>
          </p:cNvPr>
          <p:cNvSpPr txBox="1"/>
          <p:nvPr/>
        </p:nvSpPr>
        <p:spPr>
          <a:xfrm>
            <a:off x="247651" y="4206710"/>
            <a:ext cx="11696697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C3E50"/>
                </a:solidFill>
                <a:latin typeface="DoT Icons" panose="02000000000000000000" pitchFamily="50" charset="0"/>
              </a:rPr>
              <a:t>1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Дать чёткое определение методологии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C3E50"/>
                </a:solidFill>
                <a:latin typeface="DoT Icons" panose="02000000000000000000" pitchFamily="50" charset="0"/>
              </a:rPr>
              <a:t>2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Картко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описать её историю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C3E50"/>
                </a:solidFill>
                <a:latin typeface="DoT Icons" panose="02000000000000000000" pitchFamily="50" charset="0"/>
              </a:rPr>
              <a:t>3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Определить тип методологии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C3E50"/>
                </a:solidFill>
                <a:latin typeface="DoT Icons" panose="02000000000000000000" pitchFamily="50" charset="0"/>
              </a:rPr>
              <a:t>4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Как выглядит процесс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275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DE179-CD88-D48D-FD5B-C7579B7B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8D7189-D2D1-7663-3474-94C7576FE692}"/>
              </a:ext>
            </a:extLst>
          </p:cNvPr>
          <p:cNvSpPr txBox="1"/>
          <p:nvPr/>
        </p:nvSpPr>
        <p:spPr>
          <a:xfrm>
            <a:off x="4044797" y="2828836"/>
            <a:ext cx="41024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Waterfall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61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5869-38D1-6EA5-0656-2753DD49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95DACB-72EB-A2A5-B016-63B1FDDED83A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62BDB-DA96-00EC-B60F-E741E6ACBD53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Waterfall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суть, история, тип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181FB-5B79-672D-20C5-B07B9B24B45A}"/>
              </a:ext>
            </a:extLst>
          </p:cNvPr>
          <p:cNvSpPr txBox="1"/>
          <p:nvPr/>
        </p:nvSpPr>
        <p:spPr>
          <a:xfrm>
            <a:off x="247651" y="1100352"/>
            <a:ext cx="2836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Определение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6EFB1-BC43-54C3-9347-30B6731B660F}"/>
              </a:ext>
            </a:extLst>
          </p:cNvPr>
          <p:cNvSpPr txBox="1"/>
          <p:nvPr/>
        </p:nvSpPr>
        <p:spPr>
          <a:xfrm>
            <a:off x="247651" y="1474453"/>
            <a:ext cx="11696698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Waterfall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— каскадная модель, где этапы идут строго последовательно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6E927E-4FF4-40A9-B5B3-26F7176D4097}"/>
              </a:ext>
            </a:extLst>
          </p:cNvPr>
          <p:cNvSpPr txBox="1"/>
          <p:nvPr/>
        </p:nvSpPr>
        <p:spPr>
          <a:xfrm>
            <a:off x="247651" y="2059228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5137C0-C616-3C0F-4010-E429ECE1EE45}"/>
              </a:ext>
            </a:extLst>
          </p:cNvPr>
          <p:cNvSpPr txBox="1"/>
          <p:nvPr/>
        </p:nvSpPr>
        <p:spPr>
          <a:xfrm>
            <a:off x="247651" y="2433329"/>
            <a:ext cx="11696697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1970 г. — Уинстон Ройс описал принцип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1976 г. —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Тейер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и Белл закрепили термин «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Waterfall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»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Создана для строительства и производства, позже перешла в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86F81-187F-A851-7210-8DA49E9F28D8}"/>
              </a:ext>
            </a:extLst>
          </p:cNvPr>
          <p:cNvSpPr txBox="1"/>
          <p:nvPr/>
        </p:nvSpPr>
        <p:spPr>
          <a:xfrm>
            <a:off x="247651" y="4118406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CAC3D-45C0-781D-D25C-584EBB934210}"/>
              </a:ext>
            </a:extLst>
          </p:cNvPr>
          <p:cNvSpPr txBox="1"/>
          <p:nvPr/>
        </p:nvSpPr>
        <p:spPr>
          <a:xfrm>
            <a:off x="247650" y="4492507"/>
            <a:ext cx="3419475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Каскадная (линейная)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F62E68F1-6BBB-A8AC-CFE9-2BD82031D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405786"/>
              </p:ext>
            </p:extLst>
          </p:nvPr>
        </p:nvGraphicFramePr>
        <p:xfrm>
          <a:off x="330201" y="5056829"/>
          <a:ext cx="10156824" cy="823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914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15D6-CC1A-6E7C-961B-C180AC76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D628ED-B1E8-2908-6D84-BE3F2557FE77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E5278-13D7-C1DB-D306-14B846088162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Waterfall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принципы, роли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76B3F-C2DF-462A-ADD7-4570DAEBD0E6}"/>
              </a:ext>
            </a:extLst>
          </p:cNvPr>
          <p:cNvSpPr txBox="1"/>
          <p:nvPr/>
        </p:nvSpPr>
        <p:spPr>
          <a:xfrm>
            <a:off x="247651" y="1100352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Принципы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2EADA9-E8FA-3C33-DA0D-0C751D6AEEF3}"/>
              </a:ext>
            </a:extLst>
          </p:cNvPr>
          <p:cNvSpPr txBox="1"/>
          <p:nvPr/>
        </p:nvSpPr>
        <p:spPr>
          <a:xfrm>
            <a:off x="247650" y="3818673"/>
            <a:ext cx="1330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Роли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F47BB7-536F-23DF-9138-B5A01FCC0D1F}"/>
              </a:ext>
            </a:extLst>
          </p:cNvPr>
          <p:cNvSpPr txBox="1"/>
          <p:nvPr/>
        </p:nvSpPr>
        <p:spPr>
          <a:xfrm>
            <a:off x="247650" y="4194046"/>
            <a:ext cx="5997759" cy="23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Руководитель проекта — план, сроки, бюджет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Аналитик — сбор требований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Архитектор — структура системы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Разработчик — код по ТЗ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Тестировщик — проверка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A2D82-DB50-2D66-9E00-939A2259D18A}"/>
              </a:ext>
            </a:extLst>
          </p:cNvPr>
          <p:cNvSpPr txBox="1"/>
          <p:nvPr/>
        </p:nvSpPr>
        <p:spPr>
          <a:xfrm>
            <a:off x="247652" y="1475724"/>
            <a:ext cx="4251140" cy="23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Последовательность этапов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Фиксация требований в начале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Полное документирование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Позднее тестирование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Жёсткий контроль сроков</a:t>
            </a:r>
          </a:p>
        </p:txBody>
      </p:sp>
    </p:spTree>
    <p:extLst>
      <p:ext uri="{BB962C8B-B14F-4D97-AF65-F5344CB8AC3E}">
        <p14:creationId xmlns:p14="http://schemas.microsoft.com/office/powerpoint/2010/main" val="134618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9C2E-C39E-B437-F4C2-20221ACB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E13F0A9-C25E-5AB9-3F86-10597BC2F18B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9B868-CF1B-E1FB-EE1E-298AFFDBFC52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Waterfall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плюсы, минусы, сопровождение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AB398-083D-F2F5-7A9A-F02EFDCE7F70}"/>
              </a:ext>
            </a:extLst>
          </p:cNvPr>
          <p:cNvSpPr txBox="1"/>
          <p:nvPr/>
        </p:nvSpPr>
        <p:spPr>
          <a:xfrm>
            <a:off x="247651" y="1100352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Преимущества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91075-E5FD-3BC0-DA9C-C65339736139}"/>
              </a:ext>
            </a:extLst>
          </p:cNvPr>
          <p:cNvSpPr txBox="1"/>
          <p:nvPr/>
        </p:nvSpPr>
        <p:spPr>
          <a:xfrm>
            <a:off x="5937064" y="1100351"/>
            <a:ext cx="279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Недостатки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496917-0E9D-1936-6746-80D3F41E0D5B}"/>
              </a:ext>
            </a:extLst>
          </p:cNvPr>
          <p:cNvSpPr txBox="1"/>
          <p:nvPr/>
        </p:nvSpPr>
        <p:spPr>
          <a:xfrm>
            <a:off x="5937064" y="1475724"/>
            <a:ext cx="4511861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Позднее обнаружение ошибок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Нет промежуточного результата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Плохо реагирует на изменения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C333E-3246-7F3E-5BE6-472C56279CB3}"/>
              </a:ext>
            </a:extLst>
          </p:cNvPr>
          <p:cNvSpPr txBox="1"/>
          <p:nvPr/>
        </p:nvSpPr>
        <p:spPr>
          <a:xfrm>
            <a:off x="247652" y="1475724"/>
            <a:ext cx="5505448" cy="23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Простая структура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Чёткие сроки и бюджет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Подробная документация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Позднее тестирование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Подходит для фиксированных требований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17BD2B-81F9-8967-E0A0-FA53420895F2}"/>
              </a:ext>
            </a:extLst>
          </p:cNvPr>
          <p:cNvSpPr txBox="1"/>
          <p:nvPr/>
        </p:nvSpPr>
        <p:spPr>
          <a:xfrm>
            <a:off x="247651" y="3881204"/>
            <a:ext cx="2069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Примеры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7D488-80D6-FCC6-0EA8-CA7536D3C00A}"/>
              </a:ext>
            </a:extLst>
          </p:cNvPr>
          <p:cNvSpPr txBox="1"/>
          <p:nvPr/>
        </p:nvSpPr>
        <p:spPr>
          <a:xfrm>
            <a:off x="284429" y="4256576"/>
            <a:ext cx="6153150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0" kern="1200" dirty="0">
                <a:solidFill>
                  <a:srgbClr val="747474"/>
                </a:solidFill>
                <a:effectLst/>
                <a:latin typeface="Moscow Sans Regular" panose="020B0503030702020504" pitchFamily="34" charset="-52"/>
              </a:rPr>
              <a:t>госзаказы, строительство, инжиниринг</a:t>
            </a:r>
            <a:endParaRPr lang="ru-RU" sz="2400" dirty="0">
              <a:solidFill>
                <a:srgbClr val="747474"/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5526F-007C-ACCD-A5EC-480BF5500947}"/>
              </a:ext>
            </a:extLst>
          </p:cNvPr>
          <p:cNvSpPr txBox="1"/>
          <p:nvPr/>
        </p:nvSpPr>
        <p:spPr>
          <a:xfrm>
            <a:off x="247651" y="5040422"/>
            <a:ext cx="5521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Влияние на сопровождение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5CFC8-F4A3-9B70-FC4F-83FB212C8D51}"/>
              </a:ext>
            </a:extLst>
          </p:cNvPr>
          <p:cNvSpPr txBox="1"/>
          <p:nvPr/>
        </p:nvSpPr>
        <p:spPr>
          <a:xfrm>
            <a:off x="284429" y="5395341"/>
            <a:ext cx="7164121" cy="114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747474"/>
                </a:solidFill>
                <a:latin typeface="Moscow Sans Regular" panose="020B0503030702020504" pitchFamily="34" charset="-52"/>
              </a:rPr>
              <a:t>Поддержка начинается после сдачи. Изменения почти невозможны, исправления дорогие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86DA069-8100-9165-FEA2-873B96A02F8D}"/>
              </a:ext>
            </a:extLst>
          </p:cNvPr>
          <p:cNvCxnSpPr>
            <a:cxnSpLocks/>
          </p:cNvCxnSpPr>
          <p:nvPr/>
        </p:nvCxnSpPr>
        <p:spPr>
          <a:xfrm>
            <a:off x="200026" y="3836871"/>
            <a:ext cx="11791949" cy="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08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AFC94-1715-3CDE-10C2-C6222222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FA75DE-63AE-8666-9C5B-17DFF8B3CDD4}"/>
              </a:ext>
            </a:extLst>
          </p:cNvPr>
          <p:cNvSpPr txBox="1"/>
          <p:nvPr/>
        </p:nvSpPr>
        <p:spPr>
          <a:xfrm>
            <a:off x="4917633" y="2828836"/>
            <a:ext cx="23567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Agile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4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3AF2-8A97-5F45-D6F4-0BB6A8BD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769F4F-0D8F-FDAF-7153-3309BB395807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6E1D4-E2F1-FADC-1AB4-D47BB19EB66E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Agile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суть и история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641C8-3C6A-F901-8A86-C3501D1E6ADA}"/>
              </a:ext>
            </a:extLst>
          </p:cNvPr>
          <p:cNvSpPr txBox="1"/>
          <p:nvPr/>
        </p:nvSpPr>
        <p:spPr>
          <a:xfrm>
            <a:off x="247651" y="1100352"/>
            <a:ext cx="2836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Определение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5DB294-40A4-D29A-4CA3-700EEB7FA684}"/>
              </a:ext>
            </a:extLst>
          </p:cNvPr>
          <p:cNvSpPr txBox="1"/>
          <p:nvPr/>
        </p:nvSpPr>
        <p:spPr>
          <a:xfrm>
            <a:off x="247651" y="1474453"/>
            <a:ext cx="11696698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Agile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— набор гибких принципов, ориентированных на итерации, сотрудничество с заказчиком и быструю реакцию на изменения.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CFBF4-49A1-01F8-50AC-498261552C4C}"/>
              </a:ext>
            </a:extLst>
          </p:cNvPr>
          <p:cNvSpPr txBox="1"/>
          <p:nvPr/>
        </p:nvSpPr>
        <p:spPr>
          <a:xfrm>
            <a:off x="247651" y="2592772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51EEFF-8183-F4E4-9095-A0DF9FC35740}"/>
              </a:ext>
            </a:extLst>
          </p:cNvPr>
          <p:cNvSpPr txBox="1"/>
          <p:nvPr/>
        </p:nvSpPr>
        <p:spPr>
          <a:xfrm>
            <a:off x="247651" y="2966873"/>
            <a:ext cx="11696697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2001 г. — 17 разработчиков подписали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Agile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Manifesto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(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Snowbird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, США)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Цель — уйти от бюрократии каскадной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64886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56C8-17E8-957D-3E17-2666D788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EF0D26-7ED2-7202-A5D6-DF6299FF6B2A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80ED5-BDE1-F1D5-3268-B18956D5F0CF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Agile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ED8B6-411A-91F9-70AC-2674F1521B59}"/>
              </a:ext>
            </a:extLst>
          </p:cNvPr>
          <p:cNvSpPr txBox="1"/>
          <p:nvPr/>
        </p:nvSpPr>
        <p:spPr>
          <a:xfrm>
            <a:off x="247651" y="1100352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129F5-313F-4D34-9797-A2437B7D0E03}"/>
              </a:ext>
            </a:extLst>
          </p:cNvPr>
          <p:cNvSpPr txBox="1"/>
          <p:nvPr/>
        </p:nvSpPr>
        <p:spPr>
          <a:xfrm>
            <a:off x="247650" y="1402966"/>
            <a:ext cx="3952875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Итеративная (гибридная)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29D7FE33-6C13-C9A7-9F1C-D0B0295497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701639"/>
              </p:ext>
            </p:extLst>
          </p:nvPr>
        </p:nvGraphicFramePr>
        <p:xfrm>
          <a:off x="329928" y="1934326"/>
          <a:ext cx="5670822" cy="4361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435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3622C-D273-3268-62DE-6D6D5D3C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8D2607-8951-C472-5638-B56D9FE8D7E5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B071B5-B4D8-2608-F4DA-39B95976BF06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Agile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принципы, роли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7A575-97B4-B84E-F79E-62B5CE81AA3C}"/>
              </a:ext>
            </a:extLst>
          </p:cNvPr>
          <p:cNvSpPr txBox="1"/>
          <p:nvPr/>
        </p:nvSpPr>
        <p:spPr>
          <a:xfrm>
            <a:off x="247651" y="1100352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Принципы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785DE2-8E76-F601-DDE6-7B1107F772AD}"/>
              </a:ext>
            </a:extLst>
          </p:cNvPr>
          <p:cNvSpPr txBox="1"/>
          <p:nvPr/>
        </p:nvSpPr>
        <p:spPr>
          <a:xfrm>
            <a:off x="247651" y="3357008"/>
            <a:ext cx="1330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Роли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5E7F0F-A173-BAEB-4B55-4A7C1C16D364}"/>
              </a:ext>
            </a:extLst>
          </p:cNvPr>
          <p:cNvSpPr txBox="1"/>
          <p:nvPr/>
        </p:nvSpPr>
        <p:spPr>
          <a:xfrm>
            <a:off x="247651" y="3732381"/>
            <a:ext cx="7286624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Команда разработки — самоорганизация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Владелец продукта — Интересы заказчика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Фасилитатор — соблюдение принципов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Aglie</a:t>
            </a:r>
            <a:endParaRPr lang="ru-RU" sz="20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23550-BA36-6B33-C5A1-EAC7998BFF03}"/>
              </a:ext>
            </a:extLst>
          </p:cNvPr>
          <p:cNvSpPr txBox="1"/>
          <p:nvPr/>
        </p:nvSpPr>
        <p:spPr>
          <a:xfrm>
            <a:off x="247651" y="1475724"/>
            <a:ext cx="6562723" cy="188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Люди важнее процессов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Работающий продукт важнее документации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Сотрудничество с заказчиком важнее контракта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Готовность к изменениям важнее планов</a:t>
            </a:r>
          </a:p>
        </p:txBody>
      </p:sp>
    </p:spTree>
    <p:extLst>
      <p:ext uri="{BB962C8B-B14F-4D97-AF65-F5344CB8AC3E}">
        <p14:creationId xmlns:p14="http://schemas.microsoft.com/office/powerpoint/2010/main" val="2632781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93C0-5A55-7DAB-354A-4332CA80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9E2945-A07F-412B-7E78-9E4768E14032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63550-B5C2-A643-7C7F-1937567147AD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Agile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плюсы, минусы, сопровождение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B41740-FCCC-0EA6-DCAB-9D02DB7CEFB5}"/>
              </a:ext>
            </a:extLst>
          </p:cNvPr>
          <p:cNvSpPr txBox="1"/>
          <p:nvPr/>
        </p:nvSpPr>
        <p:spPr>
          <a:xfrm>
            <a:off x="247651" y="1100352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Преимущества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879EF5-F103-C1A4-AD4D-20B6534294AD}"/>
              </a:ext>
            </a:extLst>
          </p:cNvPr>
          <p:cNvSpPr txBox="1"/>
          <p:nvPr/>
        </p:nvSpPr>
        <p:spPr>
          <a:xfrm>
            <a:off x="5937064" y="1100351"/>
            <a:ext cx="279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Недостатки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F2132B-57C8-2192-E1D2-B56E32D79FB2}"/>
              </a:ext>
            </a:extLst>
          </p:cNvPr>
          <p:cNvSpPr txBox="1"/>
          <p:nvPr/>
        </p:nvSpPr>
        <p:spPr>
          <a:xfrm>
            <a:off x="5937064" y="1475724"/>
            <a:ext cx="4511861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Нужна вовлечённость заказчика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Сложно прогнозировать сроки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Мало документации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868B9-8670-116D-7A2A-DFA27E841B74}"/>
              </a:ext>
            </a:extLst>
          </p:cNvPr>
          <p:cNvSpPr txBox="1"/>
          <p:nvPr/>
        </p:nvSpPr>
        <p:spPr>
          <a:xfrm>
            <a:off x="247652" y="1475724"/>
            <a:ext cx="5505448" cy="188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Адаптивность к изменениям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Ранний работающий продукт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Обратная связь от заказчика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Прозрачность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E0C44-51BD-B809-18EA-332730FF42F1}"/>
              </a:ext>
            </a:extLst>
          </p:cNvPr>
          <p:cNvSpPr txBox="1"/>
          <p:nvPr/>
        </p:nvSpPr>
        <p:spPr>
          <a:xfrm>
            <a:off x="247651" y="3881204"/>
            <a:ext cx="2069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Примеры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CB73E-232B-664C-22F5-96D95D9BB3D8}"/>
              </a:ext>
            </a:extLst>
          </p:cNvPr>
          <p:cNvSpPr txBox="1"/>
          <p:nvPr/>
        </p:nvSpPr>
        <p:spPr>
          <a:xfrm>
            <a:off x="284429" y="4256576"/>
            <a:ext cx="6153150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kern="1200" dirty="0">
                <a:solidFill>
                  <a:srgbClr val="747474"/>
                </a:solidFill>
                <a:effectLst/>
                <a:latin typeface="Moscow Sans Regular" panose="020B0503030702020504" pitchFamily="34" charset="-52"/>
              </a:rPr>
              <a:t>Google, Amazon, Microsoft</a:t>
            </a:r>
            <a:endParaRPr lang="ru-RU" sz="2400" dirty="0">
              <a:solidFill>
                <a:srgbClr val="747474"/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CAC21-1048-37C0-5793-4F1B8511BCB8}"/>
              </a:ext>
            </a:extLst>
          </p:cNvPr>
          <p:cNvSpPr txBox="1"/>
          <p:nvPr/>
        </p:nvSpPr>
        <p:spPr>
          <a:xfrm>
            <a:off x="247651" y="5040422"/>
            <a:ext cx="5521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Влияние на сопровождение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64E37D-A0F5-541F-FF3F-8F1122A9F9F0}"/>
              </a:ext>
            </a:extLst>
          </p:cNvPr>
          <p:cNvSpPr txBox="1"/>
          <p:nvPr/>
        </p:nvSpPr>
        <p:spPr>
          <a:xfrm>
            <a:off x="284429" y="5395341"/>
            <a:ext cx="11040796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747474"/>
                </a:solidFill>
                <a:latin typeface="Moscow Sans Regular" panose="020B0503030702020504" pitchFamily="34" charset="-52"/>
              </a:rPr>
              <a:t>Поддержка непрерывна. Изменения вносятся итеративно. Минус — слабая документация усложняет передачу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60D70C2-31E4-A0D8-D628-0EC63B7F200B}"/>
              </a:ext>
            </a:extLst>
          </p:cNvPr>
          <p:cNvCxnSpPr>
            <a:cxnSpLocks/>
          </p:cNvCxnSpPr>
          <p:nvPr/>
        </p:nvCxnSpPr>
        <p:spPr>
          <a:xfrm>
            <a:off x="200026" y="3836871"/>
            <a:ext cx="11791949" cy="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61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4355F-A915-B891-B962-9F328BB8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64A07C9-80B8-61A2-7E59-26E0795A6FE4}"/>
              </a:ext>
            </a:extLst>
          </p:cNvPr>
          <p:cNvSpPr txBox="1"/>
          <p:nvPr/>
        </p:nvSpPr>
        <p:spPr>
          <a:xfrm>
            <a:off x="4662755" y="2828836"/>
            <a:ext cx="2866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Scrum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65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693B-9B89-7234-2D3E-AB678C8A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82B871-15EA-08B5-5E8D-8876AC9454E2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ACBE7B-5B7B-CE4F-C061-6C9A10B8BE8E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Scrum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суть и история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95CB5-C72E-861B-03C9-2C6553165F4C}"/>
              </a:ext>
            </a:extLst>
          </p:cNvPr>
          <p:cNvSpPr txBox="1"/>
          <p:nvPr/>
        </p:nvSpPr>
        <p:spPr>
          <a:xfrm>
            <a:off x="247651" y="1100352"/>
            <a:ext cx="2836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Определение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080C08-9CF1-5597-6113-5F55D067D494}"/>
              </a:ext>
            </a:extLst>
          </p:cNvPr>
          <p:cNvSpPr txBox="1"/>
          <p:nvPr/>
        </p:nvSpPr>
        <p:spPr>
          <a:xfrm>
            <a:off x="247651" y="1474453"/>
            <a:ext cx="11696698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Scrum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— фреймворк гибкой разработки, где работа идёт короткими фиксированными итерациями (спринтами), а команда самоорганизуется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.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9A47F5-6A8C-43E1-F10C-1C6C3CD8D06F}"/>
              </a:ext>
            </a:extLst>
          </p:cNvPr>
          <p:cNvSpPr txBox="1"/>
          <p:nvPr/>
        </p:nvSpPr>
        <p:spPr>
          <a:xfrm>
            <a:off x="247651" y="2592772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B2B529-586B-D18B-C918-65BE41A843D2}"/>
              </a:ext>
            </a:extLst>
          </p:cNvPr>
          <p:cNvSpPr txBox="1"/>
          <p:nvPr/>
        </p:nvSpPr>
        <p:spPr>
          <a:xfrm>
            <a:off x="247651" y="2966873"/>
            <a:ext cx="11696697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1986 г. — статья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Такеучи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и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Нонаки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1993 г. — Джефф Сазерленд разработал методику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1995 г. — формализован со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Швабером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на OOPSLA</a:t>
            </a:r>
          </a:p>
        </p:txBody>
      </p:sp>
    </p:spTree>
    <p:extLst>
      <p:ext uri="{BB962C8B-B14F-4D97-AF65-F5344CB8AC3E}">
        <p14:creationId xmlns:p14="http://schemas.microsoft.com/office/powerpoint/2010/main" val="34676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7E5D-2F2E-58CB-6EB2-35DF40D6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C063B9-954D-6F57-6C14-D65265AA2DF6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E5EF97-9C83-2038-97AC-86F417CB9DCB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Scrum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D1F11-80F1-544F-487F-C11075BDC0F3}"/>
              </a:ext>
            </a:extLst>
          </p:cNvPr>
          <p:cNvSpPr txBox="1"/>
          <p:nvPr/>
        </p:nvSpPr>
        <p:spPr>
          <a:xfrm>
            <a:off x="247651" y="1100352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26002-A2FB-42F5-6B60-7A7C9610B29A}"/>
              </a:ext>
            </a:extLst>
          </p:cNvPr>
          <p:cNvSpPr txBox="1"/>
          <p:nvPr/>
        </p:nvSpPr>
        <p:spPr>
          <a:xfrm>
            <a:off x="247650" y="1402966"/>
            <a:ext cx="3952875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Итеративная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3E8DA903-1BC2-D847-04E0-361795300955}"/>
              </a:ext>
            </a:extLst>
          </p:cNvPr>
          <p:cNvGraphicFramePr/>
          <p:nvPr/>
        </p:nvGraphicFramePr>
        <p:xfrm>
          <a:off x="329928" y="1934326"/>
          <a:ext cx="5670822" cy="4361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589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4CD7-AF3D-A968-6BC2-27F771A9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97CB47-47BA-46FB-936F-4FC4E6BA7DE5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2C2F6-539B-D976-85CE-7056FEC0F73F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Scrum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принципы, роли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600AF8-5B13-AA86-1F17-CC274A492B26}"/>
              </a:ext>
            </a:extLst>
          </p:cNvPr>
          <p:cNvSpPr txBox="1"/>
          <p:nvPr/>
        </p:nvSpPr>
        <p:spPr>
          <a:xfrm>
            <a:off x="247651" y="1100352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Принципы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1A116-ACFC-E105-7E8E-7AA8EC712CF2}"/>
              </a:ext>
            </a:extLst>
          </p:cNvPr>
          <p:cNvSpPr txBox="1"/>
          <p:nvPr/>
        </p:nvSpPr>
        <p:spPr>
          <a:xfrm>
            <a:off x="247651" y="3818672"/>
            <a:ext cx="1330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Роли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C634B7-986B-BDB4-6013-A76FCDEB084F}"/>
              </a:ext>
            </a:extLst>
          </p:cNvPr>
          <p:cNvSpPr txBox="1"/>
          <p:nvPr/>
        </p:nvSpPr>
        <p:spPr>
          <a:xfrm>
            <a:off x="247651" y="4194045"/>
            <a:ext cx="7286624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Product Owner —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приоритеты, ценность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Scrum Master —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соблюдение практик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Команда разработки — создание инкремента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02357-7455-C223-3C09-9056F3693198}"/>
              </a:ext>
            </a:extLst>
          </p:cNvPr>
          <p:cNvSpPr txBox="1"/>
          <p:nvPr/>
        </p:nvSpPr>
        <p:spPr>
          <a:xfrm>
            <a:off x="247651" y="1475724"/>
            <a:ext cx="6562723" cy="23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Спринты фиксированной длины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Самоорганизация команды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Прозрачность артефактов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Инспекция и адаптация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Фокус на ценности</a:t>
            </a:r>
          </a:p>
        </p:txBody>
      </p:sp>
    </p:spTree>
    <p:extLst>
      <p:ext uri="{BB962C8B-B14F-4D97-AF65-F5344CB8AC3E}">
        <p14:creationId xmlns:p14="http://schemas.microsoft.com/office/powerpoint/2010/main" val="303254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FFE9-128B-F4FD-3C88-18E95FE2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18C976D-EC0B-8B97-8E17-EB9805FD495C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35E07-3E83-164C-738F-FE41E85DDA4A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Scrum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плюсы, минусы, сопровождение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21D31-5AE1-7ABA-1C99-6126C68BF930}"/>
              </a:ext>
            </a:extLst>
          </p:cNvPr>
          <p:cNvSpPr txBox="1"/>
          <p:nvPr/>
        </p:nvSpPr>
        <p:spPr>
          <a:xfrm>
            <a:off x="247651" y="1100352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Преимущества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56D2F-FED4-7B8A-61FA-2C7B43A86FAB}"/>
              </a:ext>
            </a:extLst>
          </p:cNvPr>
          <p:cNvSpPr txBox="1"/>
          <p:nvPr/>
        </p:nvSpPr>
        <p:spPr>
          <a:xfrm>
            <a:off x="5937064" y="1100351"/>
            <a:ext cx="279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Недостатки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65ED0-58DF-8BA7-3BA4-D3345F94E941}"/>
              </a:ext>
            </a:extLst>
          </p:cNvPr>
          <p:cNvSpPr txBox="1"/>
          <p:nvPr/>
        </p:nvSpPr>
        <p:spPr>
          <a:xfrm>
            <a:off x="5937064" y="1475724"/>
            <a:ext cx="5388161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Нужен опытный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Scrum Master</a:t>
            </a:r>
            <a:endParaRPr lang="ru-RU" sz="20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Слабый Product </a:t>
            </a:r>
            <a:r>
              <a:rPr lang="ru-RU" sz="20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Owner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ломает процесс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Сложно масштабировать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05E38-93F2-1737-18E1-AD1E04A31C48}"/>
              </a:ext>
            </a:extLst>
          </p:cNvPr>
          <p:cNvSpPr txBox="1"/>
          <p:nvPr/>
        </p:nvSpPr>
        <p:spPr>
          <a:xfrm>
            <a:off x="247652" y="1475724"/>
            <a:ext cx="5505448" cy="188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Быстрая адаптация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Прозрачность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Регулярная демонстрация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Ретроспективы повышают качество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6469E-51F6-145D-F043-7177693E0E67}"/>
              </a:ext>
            </a:extLst>
          </p:cNvPr>
          <p:cNvSpPr txBox="1"/>
          <p:nvPr/>
        </p:nvSpPr>
        <p:spPr>
          <a:xfrm>
            <a:off x="247651" y="3881204"/>
            <a:ext cx="2069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Примеры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6C25A-2601-684F-D299-5F12889A943C}"/>
              </a:ext>
            </a:extLst>
          </p:cNvPr>
          <p:cNvSpPr txBox="1"/>
          <p:nvPr/>
        </p:nvSpPr>
        <p:spPr>
          <a:xfrm>
            <a:off x="284429" y="4256576"/>
            <a:ext cx="6153150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kern="1200" dirty="0">
                <a:solidFill>
                  <a:srgbClr val="747474"/>
                </a:solidFill>
                <a:effectLst/>
                <a:latin typeface="Moscow Sans Regular" panose="020B0503030702020504" pitchFamily="34" charset="-52"/>
              </a:rPr>
              <a:t>Spotify, Salesforce</a:t>
            </a:r>
            <a:endParaRPr lang="ru-RU" sz="2400" dirty="0">
              <a:solidFill>
                <a:srgbClr val="747474"/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E7EC11-EDE6-A3BC-179B-6C94422B57B9}"/>
              </a:ext>
            </a:extLst>
          </p:cNvPr>
          <p:cNvSpPr txBox="1"/>
          <p:nvPr/>
        </p:nvSpPr>
        <p:spPr>
          <a:xfrm>
            <a:off x="247651" y="5040422"/>
            <a:ext cx="5521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Влияние на сопровождение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2C83E-D7CC-6D79-3998-53E945C63D8D}"/>
              </a:ext>
            </a:extLst>
          </p:cNvPr>
          <p:cNvSpPr txBox="1"/>
          <p:nvPr/>
        </p:nvSpPr>
        <p:spPr>
          <a:xfrm>
            <a:off x="284429" y="5395341"/>
            <a:ext cx="11040796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747474"/>
                </a:solidFill>
                <a:latin typeface="Moscow Sans Regular" panose="020B0503030702020504" pitchFamily="34" charset="-52"/>
              </a:rPr>
              <a:t>Баги и доработки идут в бэклог и распределяются по спринтам. Нужен постоянный Product </a:t>
            </a:r>
            <a:r>
              <a:rPr lang="ru-RU" sz="2400" dirty="0" err="1">
                <a:solidFill>
                  <a:srgbClr val="747474"/>
                </a:solidFill>
                <a:latin typeface="Moscow Sans Regular" panose="020B0503030702020504" pitchFamily="34" charset="-52"/>
              </a:rPr>
              <a:t>Owner</a:t>
            </a:r>
            <a:endParaRPr lang="ru-RU" sz="2400" dirty="0">
              <a:solidFill>
                <a:srgbClr val="747474"/>
              </a:solidFill>
              <a:latin typeface="Moscow Sans Regular" panose="020B0503030702020504" pitchFamily="34" charset="-52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7DDB171-7165-7CA1-89D2-42CA8B5EFCB2}"/>
              </a:ext>
            </a:extLst>
          </p:cNvPr>
          <p:cNvCxnSpPr>
            <a:cxnSpLocks/>
          </p:cNvCxnSpPr>
          <p:nvPr/>
        </p:nvCxnSpPr>
        <p:spPr>
          <a:xfrm>
            <a:off x="200026" y="3836871"/>
            <a:ext cx="11791949" cy="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539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231E2-53AA-B9C0-B783-667FB5B8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607E5F-3EAE-6A21-086D-B276A3777FEE}"/>
              </a:ext>
            </a:extLst>
          </p:cNvPr>
          <p:cNvSpPr txBox="1"/>
          <p:nvPr/>
        </p:nvSpPr>
        <p:spPr>
          <a:xfrm>
            <a:off x="4396656" y="2828836"/>
            <a:ext cx="3398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Kanban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64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8D3B-D2A8-3EF0-06ED-EEE0AFB7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56827B-E74B-D31A-101F-ACABD48E0E5A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57870-8175-0C68-053B-476C552C30D3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Kanban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суть и история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52613C-E584-3F4F-B7F9-14236D50F1EF}"/>
              </a:ext>
            </a:extLst>
          </p:cNvPr>
          <p:cNvSpPr txBox="1"/>
          <p:nvPr/>
        </p:nvSpPr>
        <p:spPr>
          <a:xfrm>
            <a:off x="247651" y="1100352"/>
            <a:ext cx="2836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Определение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AC444-E0C5-1413-8ABF-0EA253C80FAD}"/>
              </a:ext>
            </a:extLst>
          </p:cNvPr>
          <p:cNvSpPr txBox="1"/>
          <p:nvPr/>
        </p:nvSpPr>
        <p:spPr>
          <a:xfrm>
            <a:off x="247651" y="1474453"/>
            <a:ext cx="11696698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Kanban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— метод управления работой через визуализацию потока задач и ограничение количества одновременных задач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.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332600-8217-AB9E-D61C-378854A051B8}"/>
              </a:ext>
            </a:extLst>
          </p:cNvPr>
          <p:cNvSpPr txBox="1"/>
          <p:nvPr/>
        </p:nvSpPr>
        <p:spPr>
          <a:xfrm>
            <a:off x="247651" y="2592772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6A299C-2EFD-95D1-6251-6FC9B5802422}"/>
              </a:ext>
            </a:extLst>
          </p:cNvPr>
          <p:cNvSpPr txBox="1"/>
          <p:nvPr/>
        </p:nvSpPr>
        <p:spPr>
          <a:xfrm>
            <a:off x="247651" y="2966873"/>
            <a:ext cx="11696697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1940–50-е —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Тайити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 Оно,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Toyota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2000-е — адаптация в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IT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7622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569A-1111-5166-C444-D3660751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1E7C47-75AE-9907-CA13-37B54D4F7E6C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9E2E5-5DE3-96D0-E1A9-601FC2D7AB4F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Kanban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6D8953-ECC6-A031-82C6-CC902F9630B0}"/>
              </a:ext>
            </a:extLst>
          </p:cNvPr>
          <p:cNvSpPr txBox="1"/>
          <p:nvPr/>
        </p:nvSpPr>
        <p:spPr>
          <a:xfrm>
            <a:off x="247651" y="1100352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Тип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FB3D8-CE65-7951-223C-1E938B9FFBBF}"/>
              </a:ext>
            </a:extLst>
          </p:cNvPr>
          <p:cNvSpPr txBox="1"/>
          <p:nvPr/>
        </p:nvSpPr>
        <p:spPr>
          <a:xfrm>
            <a:off x="247650" y="1497261"/>
            <a:ext cx="3952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Итеративная (потоковая)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30649FE-6643-D632-ADD2-82E09499E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13693"/>
              </p:ext>
            </p:extLst>
          </p:nvPr>
        </p:nvGraphicFramePr>
        <p:xfrm>
          <a:off x="247650" y="2082035"/>
          <a:ext cx="8128000" cy="3270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372530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78377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9746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0932258"/>
                    </a:ext>
                  </a:extLst>
                </a:gridCol>
              </a:tblGrid>
              <a:tr h="727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Moscow Sans Regular" panose="020B0503030702020504" pitchFamily="34" charset="-52"/>
                        </a:rPr>
                        <a:t>Сделать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Moscow Sans Regular" panose="020B0503030702020504" pitchFamily="34" charset="-52"/>
                        </a:rPr>
                        <a:t>В процессе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Moscow Sans Regular" panose="020B0503030702020504" pitchFamily="34" charset="-52"/>
                        </a:rPr>
                        <a:t>На проверке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Moscow Sans Regular" panose="020B0503030702020504" pitchFamily="34" charset="-52"/>
                        </a:rPr>
                        <a:t>Готово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229200"/>
                  </a:ext>
                </a:extLst>
              </a:tr>
              <a:tr h="2542626">
                <a:tc>
                  <a:txBody>
                    <a:bodyPr/>
                    <a:lstStyle/>
                    <a:p>
                      <a:endParaRPr lang="ru-RU" b="0" dirty="0">
                        <a:latin typeface="Moscow Sans Regular" panose="020B0503030702020504" pitchFamily="34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>
                        <a:latin typeface="Moscow Sans Regular" panose="020B0503030702020504" pitchFamily="34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>
                        <a:latin typeface="Moscow Sans Regular" panose="020B0503030702020504" pitchFamily="34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>
                        <a:latin typeface="Moscow Sans Regular" panose="020B0503030702020504" pitchFamily="34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80365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B6D9200-E703-929C-E8AE-62E05CF74620}"/>
              </a:ext>
            </a:extLst>
          </p:cNvPr>
          <p:cNvSpPr/>
          <p:nvPr/>
        </p:nvSpPr>
        <p:spPr>
          <a:xfrm>
            <a:off x="389880" y="2949424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14789A4-5F51-55E2-F67D-932A1FC39B17}"/>
              </a:ext>
            </a:extLst>
          </p:cNvPr>
          <p:cNvSpPr/>
          <p:nvPr/>
        </p:nvSpPr>
        <p:spPr>
          <a:xfrm>
            <a:off x="2399655" y="2949424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B6426F9-C5D7-F358-C4EB-079689B8320E}"/>
              </a:ext>
            </a:extLst>
          </p:cNvPr>
          <p:cNvSpPr/>
          <p:nvPr/>
        </p:nvSpPr>
        <p:spPr>
          <a:xfrm>
            <a:off x="2399655" y="3816813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F51E48E-E884-1D22-E53C-E855740B36E4}"/>
              </a:ext>
            </a:extLst>
          </p:cNvPr>
          <p:cNvSpPr/>
          <p:nvPr/>
        </p:nvSpPr>
        <p:spPr>
          <a:xfrm>
            <a:off x="4476105" y="2949424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5D35DFB-9D92-769C-AAC4-F64430B92893}"/>
              </a:ext>
            </a:extLst>
          </p:cNvPr>
          <p:cNvSpPr/>
          <p:nvPr/>
        </p:nvSpPr>
        <p:spPr>
          <a:xfrm>
            <a:off x="6485880" y="2949424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899B68-9279-2523-C2C9-F6817D0FF4D9}"/>
              </a:ext>
            </a:extLst>
          </p:cNvPr>
          <p:cNvSpPr/>
          <p:nvPr/>
        </p:nvSpPr>
        <p:spPr>
          <a:xfrm>
            <a:off x="6485880" y="3816813"/>
            <a:ext cx="1733550" cy="767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071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F135-6D20-2EC6-355D-A18F8317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1488E6-602E-AD6C-5D37-707856D089BD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8C4D1-8FBC-A367-9B4B-B61180E0E5DA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Kanban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принципы, роли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CC68F-7BE7-CDAA-8181-51AB6C02D527}"/>
              </a:ext>
            </a:extLst>
          </p:cNvPr>
          <p:cNvSpPr txBox="1"/>
          <p:nvPr/>
        </p:nvSpPr>
        <p:spPr>
          <a:xfrm>
            <a:off x="247651" y="1100352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Принципы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ABF93-F394-E69A-9223-4C7598398669}"/>
              </a:ext>
            </a:extLst>
          </p:cNvPr>
          <p:cNvSpPr txBox="1"/>
          <p:nvPr/>
        </p:nvSpPr>
        <p:spPr>
          <a:xfrm>
            <a:off x="247651" y="3818672"/>
            <a:ext cx="1330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Роли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5D765A-B009-B4E9-BA1D-B9648BCE6D7D}"/>
              </a:ext>
            </a:extLst>
          </p:cNvPr>
          <p:cNvSpPr txBox="1"/>
          <p:nvPr/>
        </p:nvSpPr>
        <p:spPr>
          <a:xfrm>
            <a:off x="247651" y="4194045"/>
            <a:ext cx="7286624" cy="95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Команда — берёт задачи с доски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Сервис-менеджер — оптимизация потока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2886B-7C79-E2AC-4207-87AF618027BF}"/>
              </a:ext>
            </a:extLst>
          </p:cNvPr>
          <p:cNvSpPr txBox="1"/>
          <p:nvPr/>
        </p:nvSpPr>
        <p:spPr>
          <a:xfrm>
            <a:off x="247651" y="1475724"/>
            <a:ext cx="6562723" cy="23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Визуализация задач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Ограничение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WIP</a:t>
            </a:r>
            <a:endParaRPr lang="ru-RU" sz="20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Управление потоком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Явные правила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Moscow Sans Regular" panose="020B0503030702020504" pitchFamily="34" charset="-5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Непрерывное улучшение</a:t>
            </a:r>
          </a:p>
        </p:txBody>
      </p:sp>
    </p:spTree>
    <p:extLst>
      <p:ext uri="{BB962C8B-B14F-4D97-AF65-F5344CB8AC3E}">
        <p14:creationId xmlns:p14="http://schemas.microsoft.com/office/powerpoint/2010/main" val="94266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1E921-4662-EC2F-668A-911AD3FF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25B72E-3C89-A43E-099D-082D13BFC71C}"/>
              </a:ext>
            </a:extLst>
          </p:cNvPr>
          <p:cNvSpPr/>
          <p:nvPr/>
        </p:nvSpPr>
        <p:spPr>
          <a:xfrm>
            <a:off x="0" y="0"/>
            <a:ext cx="12192000" cy="997237"/>
          </a:xfrm>
          <a:prstGeom prst="rect">
            <a:avLst/>
          </a:prstGeom>
          <a:solidFill>
            <a:srgbClr val="2C3E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latin typeface="Moscow Sans ExtraBold" panose="020B07030307020205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EEE9E-AD02-155B-FA03-EE4D311E2352}"/>
              </a:ext>
            </a:extLst>
          </p:cNvPr>
          <p:cNvSpPr txBox="1"/>
          <p:nvPr/>
        </p:nvSpPr>
        <p:spPr>
          <a:xfrm>
            <a:off x="247651" y="206230"/>
            <a:ext cx="1077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Kanban — </a:t>
            </a:r>
            <a:r>
              <a:rPr lang="ru-RU" sz="3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плюсы, минусы, сопровождение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86E39-0B00-BA66-63A7-3C5E525F278D}"/>
              </a:ext>
            </a:extLst>
          </p:cNvPr>
          <p:cNvSpPr txBox="1"/>
          <p:nvPr/>
        </p:nvSpPr>
        <p:spPr>
          <a:xfrm>
            <a:off x="247651" y="1100352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Преимущества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9DD145-5D7A-3E01-CF67-14B66294D668}"/>
              </a:ext>
            </a:extLst>
          </p:cNvPr>
          <p:cNvSpPr txBox="1"/>
          <p:nvPr/>
        </p:nvSpPr>
        <p:spPr>
          <a:xfrm>
            <a:off x="5937064" y="1100351"/>
            <a:ext cx="279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Недостатки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D728DF-8467-AE8B-9820-01A5888ABA7C}"/>
              </a:ext>
            </a:extLst>
          </p:cNvPr>
          <p:cNvSpPr txBox="1"/>
          <p:nvPr/>
        </p:nvSpPr>
        <p:spPr>
          <a:xfrm>
            <a:off x="5937064" y="1475724"/>
            <a:ext cx="5388161" cy="141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Нет долгосрочного планирования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Для небольших команд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Нет дедлайнов итераций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EC164-B785-2A52-E80C-E3663023635A}"/>
              </a:ext>
            </a:extLst>
          </p:cNvPr>
          <p:cNvSpPr txBox="1"/>
          <p:nvPr/>
        </p:nvSpPr>
        <p:spPr>
          <a:xfrm>
            <a:off x="247652" y="1475724"/>
            <a:ext cx="5505448" cy="188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Простота внедрения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Гибкие приоритеты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Прозрачность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3E50"/>
                </a:solidFill>
                <a:latin typeface="DoT Icons" panose="02000000000000000000" pitchFamily="50" charset="0"/>
              </a:rPr>
              <a:t>o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Moscow Sans Regular" panose="020B0503030702020504" pitchFamily="34" charset="-52"/>
              </a:rPr>
              <a:t>Снижение перегрузки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76CC3-596F-4641-BB95-9909C08DBA58}"/>
              </a:ext>
            </a:extLst>
          </p:cNvPr>
          <p:cNvSpPr txBox="1"/>
          <p:nvPr/>
        </p:nvSpPr>
        <p:spPr>
          <a:xfrm>
            <a:off x="247651" y="3881204"/>
            <a:ext cx="2069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Примеры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EB3A80-3554-B8BE-9572-6508288A982D}"/>
              </a:ext>
            </a:extLst>
          </p:cNvPr>
          <p:cNvSpPr txBox="1"/>
          <p:nvPr/>
        </p:nvSpPr>
        <p:spPr>
          <a:xfrm>
            <a:off x="284429" y="4256576"/>
            <a:ext cx="6153150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kern="1200" dirty="0">
                <a:solidFill>
                  <a:srgbClr val="747474"/>
                </a:solidFill>
                <a:effectLst/>
                <a:latin typeface="Moscow Sans Regular" panose="020B0503030702020504" pitchFamily="34" charset="-52"/>
              </a:rPr>
              <a:t>Toyota, Microsoft</a:t>
            </a:r>
            <a:endParaRPr lang="ru-RU" sz="2400" dirty="0">
              <a:solidFill>
                <a:srgbClr val="747474"/>
              </a:solidFill>
              <a:latin typeface="Moscow Sans Regular" panose="020B0503030702020504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0EE8C-0F88-8C62-0FD8-E14745A29E2E}"/>
              </a:ext>
            </a:extLst>
          </p:cNvPr>
          <p:cNvSpPr txBox="1"/>
          <p:nvPr/>
        </p:nvSpPr>
        <p:spPr>
          <a:xfrm>
            <a:off x="247651" y="5040422"/>
            <a:ext cx="5521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2C3E50"/>
                </a:solidFill>
                <a:latin typeface="Moscow Sans Regular" panose="020B0503030702020504" pitchFamily="34" charset="-52"/>
              </a:rPr>
              <a:t>Влияние на сопровождение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894A7A-3E58-9636-2304-85E66F0E0E89}"/>
              </a:ext>
            </a:extLst>
          </p:cNvPr>
          <p:cNvSpPr txBox="1"/>
          <p:nvPr/>
        </p:nvSpPr>
        <p:spPr>
          <a:xfrm>
            <a:off x="284429" y="5395341"/>
            <a:ext cx="11040796" cy="111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747474"/>
                </a:solidFill>
                <a:latin typeface="Moscow Sans Regular" panose="020B0503030702020504" pitchFamily="34" charset="-52"/>
              </a:rPr>
              <a:t>Идеален для поддержки: заявки идут потоком, WIP не даёт «захлебнуться». Реакция быстрая, без ожидания спринта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885A982-70B0-4464-E7A3-8E35F037A428}"/>
              </a:ext>
            </a:extLst>
          </p:cNvPr>
          <p:cNvCxnSpPr>
            <a:cxnSpLocks/>
          </p:cNvCxnSpPr>
          <p:nvPr/>
        </p:nvCxnSpPr>
        <p:spPr>
          <a:xfrm>
            <a:off x="200026" y="3836871"/>
            <a:ext cx="11791949" cy="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59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010A0-85D3-4366-F175-52BF4FDD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FCFDDA-DFD7-1353-4075-BEF184A234A5}"/>
              </a:ext>
            </a:extLst>
          </p:cNvPr>
          <p:cNvSpPr txBox="1"/>
          <p:nvPr/>
        </p:nvSpPr>
        <p:spPr>
          <a:xfrm>
            <a:off x="1346944" y="2828836"/>
            <a:ext cx="9498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>
                <a:solidFill>
                  <a:schemeClr val="bg1"/>
                </a:solidFill>
                <a:latin typeface="Moscow Sans Regular" panose="020B0503030702020504" pitchFamily="34" charset="-52"/>
              </a:rPr>
              <a:t>Спасибо за внимание</a:t>
            </a:r>
            <a:endParaRPr lang="ru-RU" sz="7200" b="1" dirty="0">
              <a:solidFill>
                <a:schemeClr val="bg1"/>
              </a:solidFill>
              <a:latin typeface="Moscow Sans Regular" panose="020B0503030702020504" pitchFamily="34" charset="-52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576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739</Words>
  <Application>Microsoft Office PowerPoint</Application>
  <PresentationFormat>Широкоэкранный</PresentationFormat>
  <Paragraphs>180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DoT Icons</vt:lpstr>
      <vt:lpstr>Moscow Sans ExtraBold</vt:lpstr>
      <vt:lpstr>Aptos</vt:lpstr>
      <vt:lpstr>Arial</vt:lpstr>
      <vt:lpstr>Moscow Sans Regular</vt:lpstr>
      <vt:lpstr>Aptos Display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Вербицкий</dc:creator>
  <cp:lastModifiedBy>Сергей Вербицкий</cp:lastModifiedBy>
  <cp:revision>1</cp:revision>
  <dcterms:created xsi:type="dcterms:W3CDTF">2026-09-13T07:35:51Z</dcterms:created>
  <dcterms:modified xsi:type="dcterms:W3CDTF">2026-09-13T09:03:26Z</dcterms:modified>
</cp:coreProperties>
</file>